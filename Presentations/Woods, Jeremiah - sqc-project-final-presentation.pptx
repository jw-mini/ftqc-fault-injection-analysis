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4" r:id="rId1"/>
  </p:sldMasterIdLst>
  <p:notesMasterIdLst>
    <p:notesMasterId r:id="rId10"/>
  </p:notesMasterIdLst>
  <p:sldIdLst>
    <p:sldId id="1505" r:id="rId2"/>
    <p:sldId id="1533" r:id="rId3"/>
    <p:sldId id="1534" r:id="rId4"/>
    <p:sldId id="1535" r:id="rId5"/>
    <p:sldId id="1536" r:id="rId6"/>
    <p:sldId id="1537" r:id="rId7"/>
    <p:sldId id="1539" r:id="rId8"/>
    <p:sldId id="153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FCC800"/>
    <a:srgbClr val="8ED346"/>
    <a:srgbClr val="EDE3FF"/>
    <a:srgbClr val="BC511A"/>
    <a:srgbClr val="4C842A"/>
    <a:srgbClr val="154F90"/>
    <a:srgbClr val="1D528C"/>
    <a:srgbClr val="19518E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7BCB9-6028-791A-C6A1-70FD0DE53D6B}" v="453" dt="2022-07-28T12:38:24.3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22"/>
    <p:restoredTop sz="74422"/>
  </p:normalViewPr>
  <p:slideViewPr>
    <p:cSldViewPr snapToGrid="0" snapToObjects="1">
      <p:cViewPr varScale="1">
        <p:scale>
          <a:sx n="54" d="100"/>
          <a:sy n="54" d="100"/>
        </p:scale>
        <p:origin x="138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bnig, Joachim (Nokia - GB/Cambridge)" userId="S::joachim.wabnig@nokia-bell-labs.com::cb18a1e1-6262-404f-8ec0-9f0f27e42127" providerId="AD" clId="Web-{9897BCB9-6028-791A-C6A1-70FD0DE53D6B}"/>
    <pc:docChg chg="addSld delSld modSld sldOrd">
      <pc:chgData name="Wabnig, Joachim (Nokia - GB/Cambridge)" userId="S::joachim.wabnig@nokia-bell-labs.com::cb18a1e1-6262-404f-8ec0-9f0f27e42127" providerId="AD" clId="Web-{9897BCB9-6028-791A-C6A1-70FD0DE53D6B}" dt="2022-07-28T12:38:24.373" v="362"/>
      <pc:docMkLst>
        <pc:docMk/>
      </pc:docMkLst>
      <pc:sldChg chg="addSp delSp modSp delAnim">
        <pc:chgData name="Wabnig, Joachim (Nokia - GB/Cambridge)" userId="S::joachim.wabnig@nokia-bell-labs.com::cb18a1e1-6262-404f-8ec0-9f0f27e42127" providerId="AD" clId="Web-{9897BCB9-6028-791A-C6A1-70FD0DE53D6B}" dt="2022-07-28T12:34:56.250" v="344" actId="20577"/>
        <pc:sldMkLst>
          <pc:docMk/>
          <pc:sldMk cId="231819176" sldId="917"/>
        </pc:sldMkLst>
        <pc:spChg chg="add del mod">
          <ac:chgData name="Wabnig, Joachim (Nokia - GB/Cambridge)" userId="S::joachim.wabnig@nokia-bell-labs.com::cb18a1e1-6262-404f-8ec0-9f0f27e42127" providerId="AD" clId="Web-{9897BCB9-6028-791A-C6A1-70FD0DE53D6B}" dt="2022-07-28T12:31:43.238" v="333"/>
          <ac:spMkLst>
            <pc:docMk/>
            <pc:sldMk cId="231819176" sldId="917"/>
            <ac:spMk id="6" creationId="{6B0994C4-8E95-620A-2D7E-D4365F9110CA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8:14.663" v="289" actId="1076"/>
          <ac:spMkLst>
            <pc:docMk/>
            <pc:sldMk cId="231819176" sldId="917"/>
            <ac:spMk id="7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18.885" v="301" actId="1076"/>
          <ac:spMkLst>
            <pc:docMk/>
            <pc:sldMk cId="231819176" sldId="917"/>
            <ac:spMk id="15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02.291" v="297" actId="1076"/>
          <ac:spMkLst>
            <pc:docMk/>
            <pc:sldMk cId="231819176" sldId="917"/>
            <ac:spMk id="18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31.700" v="306" actId="1076"/>
          <ac:spMkLst>
            <pc:docMk/>
            <pc:sldMk cId="231819176" sldId="917"/>
            <ac:spMk id="19" creationId="{00000000-0000-0000-0000-000000000000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2:29:33.855" v="307"/>
          <ac:spMkLst>
            <pc:docMk/>
            <pc:sldMk cId="231819176" sldId="917"/>
            <ac:spMk id="21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34:56.250" v="344" actId="20577"/>
          <ac:spMkLst>
            <pc:docMk/>
            <pc:sldMk cId="231819176" sldId="917"/>
            <ac:spMk id="23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16.151" v="300" actId="1076"/>
          <ac:spMkLst>
            <pc:docMk/>
            <pc:sldMk cId="231819176" sldId="917"/>
            <ac:spMk id="27" creationId="{00000000-0000-0000-0000-000000000000}"/>
          </ac:spMkLst>
        </pc:spChg>
        <pc:grpChg chg="mod">
          <ac:chgData name="Wabnig, Joachim (Nokia - GB/Cambridge)" userId="S::joachim.wabnig@nokia-bell-labs.com::cb18a1e1-6262-404f-8ec0-9f0f27e42127" providerId="AD" clId="Web-{9897BCB9-6028-791A-C6A1-70FD0DE53D6B}" dt="2022-07-28T12:29:02.384" v="299" actId="1076"/>
          <ac:grpSpMkLst>
            <pc:docMk/>
            <pc:sldMk cId="231819176" sldId="917"/>
            <ac:grpSpMk id="3" creationId="{00000000-0000-0000-0000-000000000000}"/>
          </ac:grpSpMkLst>
        </pc:grpChg>
        <pc:grpChg chg="mod">
          <ac:chgData name="Wabnig, Joachim (Nokia - GB/Cambridge)" userId="S::joachim.wabnig@nokia-bell-labs.com::cb18a1e1-6262-404f-8ec0-9f0f27e42127" providerId="AD" clId="Web-{9897BCB9-6028-791A-C6A1-70FD0DE53D6B}" dt="2022-07-28T12:29:02.337" v="298" actId="1076"/>
          <ac:grpSpMkLst>
            <pc:docMk/>
            <pc:sldMk cId="231819176" sldId="917"/>
            <ac:grpSpMk id="22" creationId="{00000000-0000-0000-0000-000000000000}"/>
          </ac:grpSpMkLst>
        </pc:grpChg>
        <pc:grpChg chg="mod">
          <ac:chgData name="Wabnig, Joachim (Nokia - GB/Cambridge)" userId="S::joachim.wabnig@nokia-bell-labs.com::cb18a1e1-6262-404f-8ec0-9f0f27e42127" providerId="AD" clId="Web-{9897BCB9-6028-791A-C6A1-70FD0DE53D6B}" dt="2022-07-28T12:28:26.288" v="290" actId="1076"/>
          <ac:grpSpMkLst>
            <pc:docMk/>
            <pc:sldMk cId="231819176" sldId="917"/>
            <ac:grpSpMk id="24" creationId="{00000000-0000-0000-0000-000000000000}"/>
          </ac:grpSpMkLst>
        </pc:grpChg>
        <pc:picChg chg="mod">
          <ac:chgData name="Wabnig, Joachim (Nokia - GB/Cambridge)" userId="S::joachim.wabnig@nokia-bell-labs.com::cb18a1e1-6262-404f-8ec0-9f0f27e42127" providerId="AD" clId="Web-{9897BCB9-6028-791A-C6A1-70FD0DE53D6B}" dt="2022-07-28T12:29:02.275" v="296" actId="1076"/>
          <ac:picMkLst>
            <pc:docMk/>
            <pc:sldMk cId="231819176" sldId="917"/>
            <ac:picMk id="8" creationId="{00000000-0000-0000-0000-000000000000}"/>
          </ac:picMkLst>
        </pc:picChg>
        <pc:picChg chg="mod">
          <ac:chgData name="Wabnig, Joachim (Nokia - GB/Cambridge)" userId="S::joachim.wabnig@nokia-bell-labs.com::cb18a1e1-6262-404f-8ec0-9f0f27e42127" providerId="AD" clId="Web-{9897BCB9-6028-791A-C6A1-70FD0DE53D6B}" dt="2022-07-28T12:29:31.652" v="305" actId="1076"/>
          <ac:picMkLst>
            <pc:docMk/>
            <pc:sldMk cId="231819176" sldId="917"/>
            <ac:picMk id="9" creationId="{00000000-0000-0000-0000-000000000000}"/>
          </ac:picMkLst>
        </pc:picChg>
        <pc:picChg chg="mod">
          <ac:chgData name="Wabnig, Joachim (Nokia - GB/Cambridge)" userId="S::joachim.wabnig@nokia-bell-labs.com::cb18a1e1-6262-404f-8ec0-9f0f27e42127" providerId="AD" clId="Web-{9897BCB9-6028-791A-C6A1-70FD0DE53D6B}" dt="2022-07-28T12:29:24.183" v="302" actId="1076"/>
          <ac:picMkLst>
            <pc:docMk/>
            <pc:sldMk cId="231819176" sldId="917"/>
            <ac:picMk id="12" creationId="{00000000-0000-0000-0000-000000000000}"/>
          </ac:picMkLst>
        </pc:picChg>
      </pc:sldChg>
      <pc:sldChg chg="ord">
        <pc:chgData name="Wabnig, Joachim (Nokia - GB/Cambridge)" userId="S::joachim.wabnig@nokia-bell-labs.com::cb18a1e1-6262-404f-8ec0-9f0f27e42127" providerId="AD" clId="Web-{9897BCB9-6028-791A-C6A1-70FD0DE53D6B}" dt="2022-07-28T12:35:30.534" v="346"/>
        <pc:sldMkLst>
          <pc:docMk/>
          <pc:sldMk cId="1145908281" sldId="959"/>
        </pc:sldMkLst>
      </pc:sldChg>
      <pc:sldChg chg="modSp">
        <pc:chgData name="Wabnig, Joachim (Nokia - GB/Cambridge)" userId="S::joachim.wabnig@nokia-bell-labs.com::cb18a1e1-6262-404f-8ec0-9f0f27e42127" providerId="AD" clId="Web-{9897BCB9-6028-791A-C6A1-70FD0DE53D6B}" dt="2022-07-28T12:27:38.066" v="283" actId="20577"/>
        <pc:sldMkLst>
          <pc:docMk/>
          <pc:sldMk cId="387254684" sldId="962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2:27:38.066" v="283" actId="20577"/>
          <ac:spMkLst>
            <pc:docMk/>
            <pc:sldMk cId="387254684" sldId="962"/>
            <ac:spMk id="2" creationId="{00000000-0000-0000-0000-000000000000}"/>
          </ac:spMkLst>
        </pc:spChg>
      </pc:sldChg>
      <pc:sldChg chg="modSp ord">
        <pc:chgData name="Wabnig, Joachim (Nokia - GB/Cambridge)" userId="S::joachim.wabnig@nokia-bell-labs.com::cb18a1e1-6262-404f-8ec0-9f0f27e42127" providerId="AD" clId="Web-{9897BCB9-6028-791A-C6A1-70FD0DE53D6B}" dt="2022-07-28T12:36:57.899" v="361" actId="20577"/>
        <pc:sldMkLst>
          <pc:docMk/>
          <pc:sldMk cId="1219048573" sldId="965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2:36:57.899" v="361" actId="20577"/>
          <ac:spMkLst>
            <pc:docMk/>
            <pc:sldMk cId="1219048573" sldId="965"/>
            <ac:spMk id="2" creationId="{00000000-0000-0000-0000-000000000000}"/>
          </ac:spMkLst>
        </pc:spChg>
      </pc:sldChg>
      <pc:sldChg chg="ord">
        <pc:chgData name="Wabnig, Joachim (Nokia - GB/Cambridge)" userId="S::joachim.wabnig@nokia-bell-labs.com::cb18a1e1-6262-404f-8ec0-9f0f27e42127" providerId="AD" clId="Web-{9897BCB9-6028-791A-C6A1-70FD0DE53D6B}" dt="2022-07-28T12:35:21.471" v="345"/>
        <pc:sldMkLst>
          <pc:docMk/>
          <pc:sldMk cId="72918074" sldId="966"/>
        </pc:sldMkLst>
      </pc:sldChg>
      <pc:sldChg chg="addSp delSp modSp add del mod replId setBg delAnim">
        <pc:chgData name="Wabnig, Joachim (Nokia - GB/Cambridge)" userId="S::joachim.wabnig@nokia-bell-labs.com::cb18a1e1-6262-404f-8ec0-9f0f27e42127" providerId="AD" clId="Web-{9897BCB9-6028-791A-C6A1-70FD0DE53D6B}" dt="2022-07-28T12:38:24.373" v="362"/>
        <pc:sldMkLst>
          <pc:docMk/>
          <pc:sldMk cId="4077441063" sldId="967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0:14:05.729" v="41" actId="20577"/>
          <ac:spMkLst>
            <pc:docMk/>
            <pc:sldMk cId="4077441063" sldId="967"/>
            <ac:spMk id="2" creationId="{00000000-0000-0000-0000-000000000000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0:15:30.279" v="63"/>
          <ac:spMkLst>
            <pc:docMk/>
            <pc:sldMk cId="4077441063" sldId="967"/>
            <ac:spMk id="3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19:58.962" v="146" actId="1076"/>
          <ac:spMkLst>
            <pc:docMk/>
            <pc:sldMk cId="4077441063" sldId="967"/>
            <ac:spMk id="6" creationId="{E1205427-FE4D-AC6F-C4CC-35D5DF26B969}"/>
          </ac:spMkLst>
        </pc:spChg>
        <pc:spChg chg="add">
          <ac:chgData name="Wabnig, Joachim (Nokia - GB/Cambridge)" userId="S::joachim.wabnig@nokia-bell-labs.com::cb18a1e1-6262-404f-8ec0-9f0f27e42127" providerId="AD" clId="Web-{9897BCB9-6028-791A-C6A1-70FD0DE53D6B}" dt="2022-07-28T10:07:31.572" v="12"/>
          <ac:spMkLst>
            <pc:docMk/>
            <pc:sldMk cId="4077441063" sldId="967"/>
            <ac:spMk id="8" creationId="{272E1053-3265-6F1A-7C8A-D547D87D4F5C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5:55.961" v="218"/>
          <ac:spMkLst>
            <pc:docMk/>
            <pc:sldMk cId="4077441063" sldId="967"/>
            <ac:spMk id="9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30:09.628" v="265" actId="20577"/>
          <ac:spMkLst>
            <pc:docMk/>
            <pc:sldMk cId="4077441063" sldId="967"/>
            <ac:spMk id="11" creationId="{6AA0D6D9-9D48-EB1E-0627-068191E8D9C6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5:57.836" v="219"/>
          <ac:spMkLst>
            <pc:docMk/>
            <pc:sldMk cId="4077441063" sldId="967"/>
            <ac:spMk id="13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0:26:24.665" v="222" actId="20577"/>
          <ac:spMkLst>
            <pc:docMk/>
            <pc:sldMk cId="4077441063" sldId="967"/>
            <ac:spMk id="18" creationId="{00000000-0000-0000-0000-000000000000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15:41.748" v="66"/>
          <ac:spMkLst>
            <pc:docMk/>
            <pc:sldMk cId="4077441063" sldId="967"/>
            <ac:spMk id="20" creationId="{418CC15B-E601-DCA3-FA48-D6F159D6BE7D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6:37.056" v="228"/>
          <ac:spMkLst>
            <pc:docMk/>
            <pc:sldMk cId="4077441063" sldId="967"/>
            <ac:spMk id="22" creationId="{00000000-0000-0000-0000-000000000000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24:03.784" v="215"/>
          <ac:spMkLst>
            <pc:docMk/>
            <pc:sldMk cId="4077441063" sldId="967"/>
            <ac:spMk id="24" creationId="{57AC8418-898A-923F-9E90-91CBBFCC8EFF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27:13.511" v="235"/>
          <ac:spMkLst>
            <pc:docMk/>
            <pc:sldMk cId="4077441063" sldId="967"/>
            <ac:spMk id="26" creationId="{E08BD7C1-30D2-9470-2CFF-2A8429C3097C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0:19:25.992" v="132"/>
          <ac:spMkLst>
            <pc:docMk/>
            <pc:sldMk cId="4077441063" sldId="967"/>
            <ac:spMk id="27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29:15.344" v="256" actId="1076"/>
          <ac:spMkLst>
            <pc:docMk/>
            <pc:sldMk cId="4077441063" sldId="967"/>
            <ac:spMk id="29" creationId="{C09E14DA-10EA-5171-4F5D-A770DDB74123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29:11.532" v="255" actId="1076"/>
          <ac:spMkLst>
            <pc:docMk/>
            <pc:sldMk cId="4077441063" sldId="967"/>
            <ac:spMk id="30" creationId="{17A5B007-A71E-0DDD-C85E-F49E3560F4D3}"/>
          </ac:spMkLst>
        </pc:spChg>
        <pc:grpChg chg="del mod">
          <ac:chgData name="Wabnig, Joachim (Nokia - GB/Cambridge)" userId="S::joachim.wabnig@nokia-bell-labs.com::cb18a1e1-6262-404f-8ec0-9f0f27e42127" providerId="AD" clId="Web-{9897BCB9-6028-791A-C6A1-70FD0DE53D6B}" dt="2022-07-28T10:25:55.961" v="218"/>
          <ac:grpSpMkLst>
            <pc:docMk/>
            <pc:sldMk cId="4077441063" sldId="967"/>
            <ac:grpSpMk id="7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5:57.836" v="219"/>
          <ac:grpSpMkLst>
            <pc:docMk/>
            <pc:sldMk cId="4077441063" sldId="967"/>
            <ac:grpSpMk id="12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6:31.947" v="226"/>
          <ac:grpSpMkLst>
            <pc:docMk/>
            <pc:sldMk cId="4077441063" sldId="967"/>
            <ac:grpSpMk id="17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6:37.056" v="228"/>
          <ac:grpSpMkLst>
            <pc:docMk/>
            <pc:sldMk cId="4077441063" sldId="967"/>
            <ac:grpSpMk id="21" creationId="{00000000-0000-0000-0000-000000000000}"/>
          </ac:grpSpMkLst>
        </pc:grpChg>
        <pc:picChg chg="add del mod">
          <ac:chgData name="Wabnig, Joachim (Nokia - GB/Cambridge)" userId="S::joachim.wabnig@nokia-bell-labs.com::cb18a1e1-6262-404f-8ec0-9f0f27e42127" providerId="AD" clId="Web-{9897BCB9-6028-791A-C6A1-70FD0DE53D6B}" dt="2022-07-28T10:14:44.871" v="49"/>
          <ac:picMkLst>
            <pc:docMk/>
            <pc:sldMk cId="4077441063" sldId="967"/>
            <ac:picMk id="15" creationId="{4096D02F-F639-5204-E94F-696FA57A950F}"/>
          </ac:picMkLst>
        </pc:picChg>
        <pc:picChg chg="add mod">
          <ac:chgData name="Wabnig, Joachim (Nokia - GB/Cambridge)" userId="S::joachim.wabnig@nokia-bell-labs.com::cb18a1e1-6262-404f-8ec0-9f0f27e42127" providerId="AD" clId="Web-{9897BCB9-6028-791A-C6A1-70FD0DE53D6B}" dt="2022-07-28T10:29:03.234" v="252" actId="1076"/>
          <ac:picMkLst>
            <pc:docMk/>
            <pc:sldMk cId="4077441063" sldId="967"/>
            <ac:picMk id="25" creationId="{93192DD4-360C-5464-81F5-7FC44F02134D}"/>
          </ac:picMkLst>
        </pc:picChg>
        <pc:picChg chg="add del mod">
          <ac:chgData name="Wabnig, Joachim (Nokia - GB/Cambridge)" userId="S::joachim.wabnig@nokia-bell-labs.com::cb18a1e1-6262-404f-8ec0-9f0f27e42127" providerId="AD" clId="Web-{9897BCB9-6028-791A-C6A1-70FD0DE53D6B}" dt="2022-07-28T10:26:37.931" v="229"/>
          <ac:picMkLst>
            <pc:docMk/>
            <pc:sldMk cId="4077441063" sldId="967"/>
            <ac:picMk id="1026" creationId="{00000000-0000-0000-0000-000000000000}"/>
          </ac:picMkLst>
        </pc:picChg>
        <pc:cxnChg chg="del mod topLvl">
          <ac:chgData name="Wabnig, Joachim (Nokia - GB/Cambridge)" userId="S::joachim.wabnig@nokia-bell-labs.com::cb18a1e1-6262-404f-8ec0-9f0f27e42127" providerId="AD" clId="Web-{9897BCB9-6028-791A-C6A1-70FD0DE53D6B}" dt="2022-07-28T10:26:00.727" v="221"/>
          <ac:cxnSpMkLst>
            <pc:docMk/>
            <pc:sldMk cId="4077441063" sldId="967"/>
            <ac:cxnSpMk id="10" creationId="{00000000-0000-0000-0000-000000000000}"/>
          </ac:cxnSpMkLst>
        </pc:cxnChg>
        <pc:cxnChg chg="del topLvl">
          <ac:chgData name="Wabnig, Joachim (Nokia - GB/Cambridge)" userId="S::joachim.wabnig@nokia-bell-labs.com::cb18a1e1-6262-404f-8ec0-9f0f27e42127" providerId="AD" clId="Web-{9897BCB9-6028-791A-C6A1-70FD0DE53D6B}" dt="2022-07-28T10:25:59.711" v="220"/>
          <ac:cxnSpMkLst>
            <pc:docMk/>
            <pc:sldMk cId="4077441063" sldId="967"/>
            <ac:cxnSpMk id="14" creationId="{00000000-0000-0000-0000-000000000000}"/>
          </ac:cxnSpMkLst>
        </pc:cxnChg>
        <pc:cxnChg chg="topLvl">
          <ac:chgData name="Wabnig, Joachim (Nokia - GB/Cambridge)" userId="S::joachim.wabnig@nokia-bell-labs.com::cb18a1e1-6262-404f-8ec0-9f0f27e42127" providerId="AD" clId="Web-{9897BCB9-6028-791A-C6A1-70FD0DE53D6B}" dt="2022-07-28T10:26:37.056" v="228"/>
          <ac:cxnSpMkLst>
            <pc:docMk/>
            <pc:sldMk cId="4077441063" sldId="967"/>
            <ac:cxnSpMk id="23" creationId="{00000000-0000-0000-0000-00000000000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88C91-4469-4084-9E76-FFE069310076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AA0717-5480-46B4-BC03-E7E3AB12CF9D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Assuming attacker has physical access to the qubits</a:t>
          </a:r>
        </a:p>
      </dgm:t>
    </dgm:pt>
    <dgm:pt modelId="{1F16C786-A7CC-4E7F-90C7-1B27D8F4B83E}" type="parTrans" cxnId="{BE6084F7-EA76-42AE-A7D2-1C8D976287E6}">
      <dgm:prSet/>
      <dgm:spPr/>
      <dgm:t>
        <a:bodyPr/>
        <a:lstStyle/>
        <a:p>
          <a:endParaRPr lang="en-US"/>
        </a:p>
      </dgm:t>
    </dgm:pt>
    <dgm:pt modelId="{2B88DDFF-1D36-468E-8C25-F71454BA2720}" type="sibTrans" cxnId="{BE6084F7-EA76-42AE-A7D2-1C8D976287E6}">
      <dgm:prSet/>
      <dgm:spPr/>
      <dgm:t>
        <a:bodyPr/>
        <a:lstStyle/>
        <a:p>
          <a:endParaRPr lang="en-US"/>
        </a:p>
      </dgm:t>
    </dgm:pt>
    <dgm:pt modelId="{3CEBDD52-B587-4B48-ABDE-F05E946BDDE7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/>
            <a:t>Can insert gates at any position within the circuit</a:t>
          </a:r>
        </a:p>
      </dgm:t>
    </dgm:pt>
    <dgm:pt modelId="{D08022ED-179C-4F7B-B690-6409A1907405}" type="parTrans" cxnId="{678D1C66-0F3E-4158-BCFB-BDAB2F780D84}">
      <dgm:prSet/>
      <dgm:spPr/>
      <dgm:t>
        <a:bodyPr/>
        <a:lstStyle/>
        <a:p>
          <a:endParaRPr lang="en-US"/>
        </a:p>
      </dgm:t>
    </dgm:pt>
    <dgm:pt modelId="{07B81A1B-37E6-4F48-9D7A-67FA7CDE014A}" type="sibTrans" cxnId="{678D1C66-0F3E-4158-BCFB-BDAB2F780D84}">
      <dgm:prSet/>
      <dgm:spPr/>
      <dgm:t>
        <a:bodyPr/>
        <a:lstStyle/>
        <a:p>
          <a:endParaRPr lang="en-US"/>
        </a:p>
      </dgm:t>
    </dgm:pt>
    <dgm:pt modelId="{4B5056AA-B20B-400C-B312-03F6296D9D3A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/>
            <a:t>Can see final readout of ancilla qubits and decoder output</a:t>
          </a:r>
        </a:p>
      </dgm:t>
    </dgm:pt>
    <dgm:pt modelId="{D847BE5D-7BBE-4895-BC77-75054CB7AA61}" type="parTrans" cxnId="{80F67BFD-7A1D-4303-80D9-2435AD90B115}">
      <dgm:prSet/>
      <dgm:spPr/>
      <dgm:t>
        <a:bodyPr/>
        <a:lstStyle/>
        <a:p>
          <a:endParaRPr lang="en-US"/>
        </a:p>
      </dgm:t>
    </dgm:pt>
    <dgm:pt modelId="{56CDC707-6C5E-473D-8E22-B8862BB2CCE8}" type="sibTrans" cxnId="{80F67BFD-7A1D-4303-80D9-2435AD90B115}">
      <dgm:prSet/>
      <dgm:spPr/>
      <dgm:t>
        <a:bodyPr/>
        <a:lstStyle/>
        <a:p>
          <a:endParaRPr lang="en-US"/>
        </a:p>
      </dgm:t>
    </dgm:pt>
    <dgm:pt modelId="{14D62EF7-8481-4C74-9A92-A42AF034069A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Want to induce the most error into error correction algorithm</a:t>
          </a:r>
        </a:p>
      </dgm:t>
    </dgm:pt>
    <dgm:pt modelId="{EC3E51DA-F9A8-402D-B936-6EB97A007E94}" type="parTrans" cxnId="{060A3C6B-743F-4A56-A858-530A70185361}">
      <dgm:prSet/>
      <dgm:spPr/>
      <dgm:t>
        <a:bodyPr/>
        <a:lstStyle/>
        <a:p>
          <a:endParaRPr lang="en-US"/>
        </a:p>
      </dgm:t>
    </dgm:pt>
    <dgm:pt modelId="{9AE7BF60-9FF6-4D83-A1C9-DFF9CB2D9FD2}" type="sibTrans" cxnId="{060A3C6B-743F-4A56-A858-530A70185361}">
      <dgm:prSet/>
      <dgm:spPr/>
      <dgm:t>
        <a:bodyPr/>
        <a:lstStyle/>
        <a:p>
          <a:endParaRPr lang="en-US"/>
        </a:p>
      </dgm:t>
    </dgm:pt>
    <dgm:pt modelId="{ED5C66AA-D699-4D35-B2B8-2C1420FAE6FE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 dirty="0"/>
            <a:t>Wrong suggestion from decoder</a:t>
          </a:r>
        </a:p>
      </dgm:t>
    </dgm:pt>
    <dgm:pt modelId="{F7D8DF11-495A-4A1F-8844-A4F9212F829F}" type="parTrans" cxnId="{715AAD53-E8B5-4986-934B-B85DB4913C36}">
      <dgm:prSet/>
      <dgm:spPr/>
      <dgm:t>
        <a:bodyPr/>
        <a:lstStyle/>
        <a:p>
          <a:endParaRPr lang="en-US"/>
        </a:p>
      </dgm:t>
    </dgm:pt>
    <dgm:pt modelId="{59ACDB1D-2D8C-4DDF-8995-D75CFD4EEB25}" type="sibTrans" cxnId="{715AAD53-E8B5-4986-934B-B85DB4913C36}">
      <dgm:prSet/>
      <dgm:spPr/>
      <dgm:t>
        <a:bodyPr/>
        <a:lstStyle/>
        <a:p>
          <a:endParaRPr lang="en-US"/>
        </a:p>
      </dgm:t>
    </dgm:pt>
    <dgm:pt modelId="{0845EBE4-D8CF-460D-BC41-F48D81E078A3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 dirty="0"/>
            <a:t>Wrong qubits identified as erroneous, et cetera.</a:t>
          </a:r>
        </a:p>
      </dgm:t>
    </dgm:pt>
    <dgm:pt modelId="{519D476B-5C88-4303-864F-0C065C42BD9A}" type="parTrans" cxnId="{C5B0CC5F-2FC6-455A-B547-333B96AA58BB}">
      <dgm:prSet/>
      <dgm:spPr/>
      <dgm:t>
        <a:bodyPr/>
        <a:lstStyle/>
        <a:p>
          <a:endParaRPr lang="en-US"/>
        </a:p>
      </dgm:t>
    </dgm:pt>
    <dgm:pt modelId="{C1D47D70-018A-4928-AF5B-C345E2788DB5}" type="sibTrans" cxnId="{C5B0CC5F-2FC6-455A-B547-333B96AA58BB}">
      <dgm:prSet/>
      <dgm:spPr/>
      <dgm:t>
        <a:bodyPr/>
        <a:lstStyle/>
        <a:p>
          <a:endParaRPr lang="en-US"/>
        </a:p>
      </dgm:t>
    </dgm:pt>
    <dgm:pt modelId="{3340D7DE-066A-4752-815C-1DCF21399F72}" type="pres">
      <dgm:prSet presAssocID="{6D688C91-4469-4084-9E76-FFE069310076}" presName="linear" presStyleCnt="0">
        <dgm:presLayoutVars>
          <dgm:dir/>
          <dgm:animLvl val="lvl"/>
          <dgm:resizeHandles val="exact"/>
        </dgm:presLayoutVars>
      </dgm:prSet>
      <dgm:spPr/>
    </dgm:pt>
    <dgm:pt modelId="{F30714B0-D9CA-4A32-BF51-6CD754E0CF72}" type="pres">
      <dgm:prSet presAssocID="{09AA0717-5480-46B4-BC03-E7E3AB12CF9D}" presName="parentLin" presStyleCnt="0"/>
      <dgm:spPr/>
    </dgm:pt>
    <dgm:pt modelId="{D3F667BB-7D0F-4332-BC10-A3B35D7CECCC}" type="pres">
      <dgm:prSet presAssocID="{09AA0717-5480-46B4-BC03-E7E3AB12CF9D}" presName="parentLeftMargin" presStyleLbl="node1" presStyleIdx="0" presStyleCnt="2"/>
      <dgm:spPr/>
    </dgm:pt>
    <dgm:pt modelId="{20221C54-E907-454A-BF80-26941CD3D37B}" type="pres">
      <dgm:prSet presAssocID="{09AA0717-5480-46B4-BC03-E7E3AB12CF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183376-FCCC-4AAB-94E7-D221153A7324}" type="pres">
      <dgm:prSet presAssocID="{09AA0717-5480-46B4-BC03-E7E3AB12CF9D}" presName="negativeSpace" presStyleCnt="0"/>
      <dgm:spPr/>
    </dgm:pt>
    <dgm:pt modelId="{72D03702-09FA-4B4C-AB85-930316420939}" type="pres">
      <dgm:prSet presAssocID="{09AA0717-5480-46B4-BC03-E7E3AB12CF9D}" presName="childText" presStyleLbl="conFgAcc1" presStyleIdx="0" presStyleCnt="2">
        <dgm:presLayoutVars>
          <dgm:bulletEnabled val="1"/>
        </dgm:presLayoutVars>
      </dgm:prSet>
      <dgm:spPr/>
    </dgm:pt>
    <dgm:pt modelId="{0B447647-26B0-4B04-BA9A-33200813FB5F}" type="pres">
      <dgm:prSet presAssocID="{2B88DDFF-1D36-468E-8C25-F71454BA2720}" presName="spaceBetweenRectangles" presStyleCnt="0"/>
      <dgm:spPr/>
    </dgm:pt>
    <dgm:pt modelId="{6C697755-1B17-4DD4-BFE9-8EB1BAB96F12}" type="pres">
      <dgm:prSet presAssocID="{14D62EF7-8481-4C74-9A92-A42AF034069A}" presName="parentLin" presStyleCnt="0"/>
      <dgm:spPr/>
    </dgm:pt>
    <dgm:pt modelId="{66AB34C7-7535-4B4B-898B-7B50F84CDCB3}" type="pres">
      <dgm:prSet presAssocID="{14D62EF7-8481-4C74-9A92-A42AF034069A}" presName="parentLeftMargin" presStyleLbl="node1" presStyleIdx="0" presStyleCnt="2"/>
      <dgm:spPr/>
    </dgm:pt>
    <dgm:pt modelId="{DC659112-BC06-4D4E-82ED-000E04F8F625}" type="pres">
      <dgm:prSet presAssocID="{14D62EF7-8481-4C74-9A92-A42AF03406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789194-755C-4EEA-99B0-1DF3C1925875}" type="pres">
      <dgm:prSet presAssocID="{14D62EF7-8481-4C74-9A92-A42AF034069A}" presName="negativeSpace" presStyleCnt="0"/>
      <dgm:spPr/>
    </dgm:pt>
    <dgm:pt modelId="{7DACB176-C231-4A3E-BFBD-3AF513930072}" type="pres">
      <dgm:prSet presAssocID="{14D62EF7-8481-4C74-9A92-A42AF03406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B0CC5F-2FC6-455A-B547-333B96AA58BB}" srcId="{14D62EF7-8481-4C74-9A92-A42AF034069A}" destId="{0845EBE4-D8CF-460D-BC41-F48D81E078A3}" srcOrd="1" destOrd="0" parTransId="{519D476B-5C88-4303-864F-0C065C42BD9A}" sibTransId="{C1D47D70-018A-4928-AF5B-C345E2788DB5}"/>
    <dgm:cxn modelId="{678D1C66-0F3E-4158-BCFB-BDAB2F780D84}" srcId="{09AA0717-5480-46B4-BC03-E7E3AB12CF9D}" destId="{3CEBDD52-B587-4B48-ABDE-F05E946BDDE7}" srcOrd="0" destOrd="0" parTransId="{D08022ED-179C-4F7B-B690-6409A1907405}" sibTransId="{07B81A1B-37E6-4F48-9D7A-67FA7CDE014A}"/>
    <dgm:cxn modelId="{060A3C6B-743F-4A56-A858-530A70185361}" srcId="{6D688C91-4469-4084-9E76-FFE069310076}" destId="{14D62EF7-8481-4C74-9A92-A42AF034069A}" srcOrd="1" destOrd="0" parTransId="{EC3E51DA-F9A8-402D-B936-6EB97A007E94}" sibTransId="{9AE7BF60-9FF6-4D83-A1C9-DFF9CB2D9FD2}"/>
    <dgm:cxn modelId="{621DE352-3FDA-4D31-846F-FA63960C8560}" type="presOf" srcId="{ED5C66AA-D699-4D35-B2B8-2C1420FAE6FE}" destId="{7DACB176-C231-4A3E-BFBD-3AF513930072}" srcOrd="0" destOrd="0" presId="urn:microsoft.com/office/officeart/2005/8/layout/list1"/>
    <dgm:cxn modelId="{715AAD53-E8B5-4986-934B-B85DB4913C36}" srcId="{14D62EF7-8481-4C74-9A92-A42AF034069A}" destId="{ED5C66AA-D699-4D35-B2B8-2C1420FAE6FE}" srcOrd="0" destOrd="0" parTransId="{F7D8DF11-495A-4A1F-8844-A4F9212F829F}" sibTransId="{59ACDB1D-2D8C-4DDF-8995-D75CFD4EEB25}"/>
    <dgm:cxn modelId="{AD513C58-925C-4514-AD25-1CFAC6F5FDD9}" type="presOf" srcId="{0845EBE4-D8CF-460D-BC41-F48D81E078A3}" destId="{7DACB176-C231-4A3E-BFBD-3AF513930072}" srcOrd="0" destOrd="1" presId="urn:microsoft.com/office/officeart/2005/8/layout/list1"/>
    <dgm:cxn modelId="{D58DBC79-A421-48CD-92ED-A3C7420976D9}" type="presOf" srcId="{3CEBDD52-B587-4B48-ABDE-F05E946BDDE7}" destId="{72D03702-09FA-4B4C-AB85-930316420939}" srcOrd="0" destOrd="0" presId="urn:microsoft.com/office/officeart/2005/8/layout/list1"/>
    <dgm:cxn modelId="{7A65A391-6E38-401D-80E3-7E2471ABE7F9}" type="presOf" srcId="{14D62EF7-8481-4C74-9A92-A42AF034069A}" destId="{66AB34C7-7535-4B4B-898B-7B50F84CDCB3}" srcOrd="0" destOrd="0" presId="urn:microsoft.com/office/officeart/2005/8/layout/list1"/>
    <dgm:cxn modelId="{19575FC0-2715-4922-BBA1-ADBD55270003}" type="presOf" srcId="{09AA0717-5480-46B4-BC03-E7E3AB12CF9D}" destId="{D3F667BB-7D0F-4332-BC10-A3B35D7CECCC}" srcOrd="0" destOrd="0" presId="urn:microsoft.com/office/officeart/2005/8/layout/list1"/>
    <dgm:cxn modelId="{D64F12CC-2A52-45A2-9708-66B648808126}" type="presOf" srcId="{6D688C91-4469-4084-9E76-FFE069310076}" destId="{3340D7DE-066A-4752-815C-1DCF21399F72}" srcOrd="0" destOrd="0" presId="urn:microsoft.com/office/officeart/2005/8/layout/list1"/>
    <dgm:cxn modelId="{E9BC90EA-5B2E-44A7-A997-0F438D0FA6B8}" type="presOf" srcId="{14D62EF7-8481-4C74-9A92-A42AF034069A}" destId="{DC659112-BC06-4D4E-82ED-000E04F8F625}" srcOrd="1" destOrd="0" presId="urn:microsoft.com/office/officeart/2005/8/layout/list1"/>
    <dgm:cxn modelId="{BE6084F7-EA76-42AE-A7D2-1C8D976287E6}" srcId="{6D688C91-4469-4084-9E76-FFE069310076}" destId="{09AA0717-5480-46B4-BC03-E7E3AB12CF9D}" srcOrd="0" destOrd="0" parTransId="{1F16C786-A7CC-4E7F-90C7-1B27D8F4B83E}" sibTransId="{2B88DDFF-1D36-468E-8C25-F71454BA2720}"/>
    <dgm:cxn modelId="{0F4614FB-69A8-48D1-A30A-172CE509CE1B}" type="presOf" srcId="{4B5056AA-B20B-400C-B312-03F6296D9D3A}" destId="{72D03702-09FA-4B4C-AB85-930316420939}" srcOrd="0" destOrd="1" presId="urn:microsoft.com/office/officeart/2005/8/layout/list1"/>
    <dgm:cxn modelId="{E54C48FC-50B5-45F0-9648-2448F62DA3AC}" type="presOf" srcId="{09AA0717-5480-46B4-BC03-E7E3AB12CF9D}" destId="{20221C54-E907-454A-BF80-26941CD3D37B}" srcOrd="1" destOrd="0" presId="urn:microsoft.com/office/officeart/2005/8/layout/list1"/>
    <dgm:cxn modelId="{80F67BFD-7A1D-4303-80D9-2435AD90B115}" srcId="{09AA0717-5480-46B4-BC03-E7E3AB12CF9D}" destId="{4B5056AA-B20B-400C-B312-03F6296D9D3A}" srcOrd="1" destOrd="0" parTransId="{D847BE5D-7BBE-4895-BC77-75054CB7AA61}" sibTransId="{56CDC707-6C5E-473D-8E22-B8862BB2CCE8}"/>
    <dgm:cxn modelId="{A89E3DA8-37F9-446C-8E88-7F285F90A623}" type="presParOf" srcId="{3340D7DE-066A-4752-815C-1DCF21399F72}" destId="{F30714B0-D9CA-4A32-BF51-6CD754E0CF72}" srcOrd="0" destOrd="0" presId="urn:microsoft.com/office/officeart/2005/8/layout/list1"/>
    <dgm:cxn modelId="{BFB4910B-D240-4CFF-BC27-77897BB758B5}" type="presParOf" srcId="{F30714B0-D9CA-4A32-BF51-6CD754E0CF72}" destId="{D3F667BB-7D0F-4332-BC10-A3B35D7CECCC}" srcOrd="0" destOrd="0" presId="urn:microsoft.com/office/officeart/2005/8/layout/list1"/>
    <dgm:cxn modelId="{C97683A5-0811-498B-AD86-E637693C26DD}" type="presParOf" srcId="{F30714B0-D9CA-4A32-BF51-6CD754E0CF72}" destId="{20221C54-E907-454A-BF80-26941CD3D37B}" srcOrd="1" destOrd="0" presId="urn:microsoft.com/office/officeart/2005/8/layout/list1"/>
    <dgm:cxn modelId="{547D9FA8-E964-41E5-AB7F-21C12F08CB22}" type="presParOf" srcId="{3340D7DE-066A-4752-815C-1DCF21399F72}" destId="{67183376-FCCC-4AAB-94E7-D221153A7324}" srcOrd="1" destOrd="0" presId="urn:microsoft.com/office/officeart/2005/8/layout/list1"/>
    <dgm:cxn modelId="{7385755B-C8DA-4ACA-9479-404C674F4C66}" type="presParOf" srcId="{3340D7DE-066A-4752-815C-1DCF21399F72}" destId="{72D03702-09FA-4B4C-AB85-930316420939}" srcOrd="2" destOrd="0" presId="urn:microsoft.com/office/officeart/2005/8/layout/list1"/>
    <dgm:cxn modelId="{7123CF16-581F-4AF8-8E6F-1BEB1CFDB33D}" type="presParOf" srcId="{3340D7DE-066A-4752-815C-1DCF21399F72}" destId="{0B447647-26B0-4B04-BA9A-33200813FB5F}" srcOrd="3" destOrd="0" presId="urn:microsoft.com/office/officeart/2005/8/layout/list1"/>
    <dgm:cxn modelId="{36E020A5-7078-4F04-8346-FBA18F95AE44}" type="presParOf" srcId="{3340D7DE-066A-4752-815C-1DCF21399F72}" destId="{6C697755-1B17-4DD4-BFE9-8EB1BAB96F12}" srcOrd="4" destOrd="0" presId="urn:microsoft.com/office/officeart/2005/8/layout/list1"/>
    <dgm:cxn modelId="{0FDFD540-6D63-4B60-9C8F-161229D15744}" type="presParOf" srcId="{6C697755-1B17-4DD4-BFE9-8EB1BAB96F12}" destId="{66AB34C7-7535-4B4B-898B-7B50F84CDCB3}" srcOrd="0" destOrd="0" presId="urn:microsoft.com/office/officeart/2005/8/layout/list1"/>
    <dgm:cxn modelId="{C67E87D1-2335-4025-881D-8259DE0D2820}" type="presParOf" srcId="{6C697755-1B17-4DD4-BFE9-8EB1BAB96F12}" destId="{DC659112-BC06-4D4E-82ED-000E04F8F625}" srcOrd="1" destOrd="0" presId="urn:microsoft.com/office/officeart/2005/8/layout/list1"/>
    <dgm:cxn modelId="{C6BF7808-4A80-45B8-A1F3-9481ADEC9D3F}" type="presParOf" srcId="{3340D7DE-066A-4752-815C-1DCF21399F72}" destId="{C6789194-755C-4EEA-99B0-1DF3C1925875}" srcOrd="5" destOrd="0" presId="urn:microsoft.com/office/officeart/2005/8/layout/list1"/>
    <dgm:cxn modelId="{3936D5D2-C01A-4C6F-977F-6F61B0140F72}" type="presParOf" srcId="{3340D7DE-066A-4752-815C-1DCF21399F72}" destId="{7DACB176-C231-4A3E-BFBD-3AF51393007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03702-09FA-4B4C-AB85-930316420939}">
      <dsp:nvSpPr>
        <dsp:cNvPr id="0" name=""/>
        <dsp:cNvSpPr/>
      </dsp:nvSpPr>
      <dsp:spPr>
        <a:xfrm>
          <a:off x="0" y="1031683"/>
          <a:ext cx="11458936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341" tIns="479044" rIns="88934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Can insert gates at any position within the circuit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Can see final readout of ancilla qubits and decoder output</a:t>
          </a:r>
        </a:p>
      </dsp:txBody>
      <dsp:txXfrm>
        <a:off x="0" y="1031683"/>
        <a:ext cx="11458936" cy="1340325"/>
      </dsp:txXfrm>
    </dsp:sp>
    <dsp:sp modelId="{20221C54-E907-454A-BF80-26941CD3D37B}">
      <dsp:nvSpPr>
        <dsp:cNvPr id="0" name=""/>
        <dsp:cNvSpPr/>
      </dsp:nvSpPr>
      <dsp:spPr>
        <a:xfrm>
          <a:off x="572946" y="692203"/>
          <a:ext cx="8021255" cy="678960"/>
        </a:xfrm>
        <a:prstGeom prst="round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3184" tIns="0" rIns="30318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Assuming attacker has physical access to the qubits</a:t>
          </a:r>
        </a:p>
      </dsp:txBody>
      <dsp:txXfrm>
        <a:off x="606090" y="725347"/>
        <a:ext cx="7954967" cy="612672"/>
      </dsp:txXfrm>
    </dsp:sp>
    <dsp:sp modelId="{7DACB176-C231-4A3E-BFBD-3AF513930072}">
      <dsp:nvSpPr>
        <dsp:cNvPr id="0" name=""/>
        <dsp:cNvSpPr/>
      </dsp:nvSpPr>
      <dsp:spPr>
        <a:xfrm>
          <a:off x="0" y="2835688"/>
          <a:ext cx="11458936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341" tIns="479044" rIns="88934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Wrong suggestion from decoder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Wrong qubits identified as erroneous, et cetera.</a:t>
          </a:r>
        </a:p>
      </dsp:txBody>
      <dsp:txXfrm>
        <a:off x="0" y="2835688"/>
        <a:ext cx="11458936" cy="1340325"/>
      </dsp:txXfrm>
    </dsp:sp>
    <dsp:sp modelId="{DC659112-BC06-4D4E-82ED-000E04F8F625}">
      <dsp:nvSpPr>
        <dsp:cNvPr id="0" name=""/>
        <dsp:cNvSpPr/>
      </dsp:nvSpPr>
      <dsp:spPr>
        <a:xfrm>
          <a:off x="572946" y="2496208"/>
          <a:ext cx="8021255" cy="678960"/>
        </a:xfrm>
        <a:prstGeom prst="round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3184" tIns="0" rIns="30318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Want to induce the most error into error correction algorithm</a:t>
          </a:r>
        </a:p>
      </dsp:txBody>
      <dsp:txXfrm>
        <a:off x="606090" y="2529352"/>
        <a:ext cx="7954967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3B6F6-59BE-B04F-8F75-D4D9D94971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35985-8CB4-954D-8961-41BF2DAFB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5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aslab.io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hyperlink" Target="https://caslab.io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eneric CASLAB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2986082"/>
            <a:ext cx="1086647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064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GENERIC CASLAB Title Style w/o QR Code</a:t>
            </a:r>
          </a:p>
        </p:txBody>
      </p:sp>
      <p:sp>
        <p:nvSpPr>
          <p:cNvPr id="9" name="Rectangle 8"/>
          <p:cNvSpPr/>
          <p:nvPr userDrawn="1"/>
        </p:nvSpPr>
        <p:spPr>
          <a:xfrm rot="1092354">
            <a:off x="9688747" y="3040493"/>
            <a:ext cx="1596436" cy="1174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rot="1048185">
            <a:off x="9800837" y="3050252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5818" y="2505546"/>
            <a:ext cx="2067486" cy="2057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4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3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72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eneric CASLAB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3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2986082"/>
            <a:ext cx="1086647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064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GENERIC CASLAB Title Style with QR Code</a:t>
            </a:r>
          </a:p>
        </p:txBody>
      </p:sp>
      <p:sp>
        <p:nvSpPr>
          <p:cNvPr id="9" name="Rectangle 8"/>
          <p:cNvSpPr/>
          <p:nvPr userDrawn="1"/>
        </p:nvSpPr>
        <p:spPr>
          <a:xfrm rot="1092354">
            <a:off x="9688747" y="3040493"/>
            <a:ext cx="1596436" cy="1174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rot="1048185">
            <a:off x="9800837" y="3050252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5818" y="2505546"/>
            <a:ext cx="2067486" cy="2057400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7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QC Security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06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QC SECURITY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67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QC Security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06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QC SECURITY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89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loud FPGA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87287"/>
            <a:ext cx="999003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869" y="2434814"/>
            <a:ext cx="2528131" cy="20250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CLOUD FPGA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4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599317"/>
            <a:ext cx="2117390" cy="16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45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loud FPGA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87287"/>
            <a:ext cx="999003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869" y="2434814"/>
            <a:ext cx="2528131" cy="20250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CLOUD FPGA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599317"/>
            <a:ext cx="2117390" cy="16960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94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QC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747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PQC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3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QC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747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PQC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0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65" y="310916"/>
            <a:ext cx="10348426" cy="615059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Outline title style w/o QR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964" y="1308746"/>
            <a:ext cx="11458937" cy="4868217"/>
          </a:xfrm>
        </p:spPr>
        <p:txBody>
          <a:bodyPr/>
          <a:lstStyle>
            <a:lvl1pPr>
              <a:defRPr sz="2000">
                <a:latin typeface="Roboto" charset="0"/>
                <a:ea typeface="Roboto" charset="0"/>
                <a:cs typeface="Roboto" charset="0"/>
              </a:defRPr>
            </a:lvl1pPr>
            <a:lvl2pPr>
              <a:defRPr sz="1800">
                <a:latin typeface="Roboto" charset="0"/>
                <a:ea typeface="Roboto" charset="0"/>
                <a:cs typeface="Roboto" charset="0"/>
              </a:defRPr>
            </a:lvl2pPr>
            <a:lvl3pPr>
              <a:defRPr sz="1600">
                <a:latin typeface="Roboto" charset="0"/>
                <a:ea typeface="Roboto" charset="0"/>
                <a:cs typeface="Roboto" charset="0"/>
              </a:defRPr>
            </a:lvl3pPr>
            <a:lvl4pPr>
              <a:defRPr sz="1400">
                <a:latin typeface="Roboto" charset="0"/>
                <a:ea typeface="Roboto" charset="0"/>
                <a:cs typeface="Roboto" charset="0"/>
              </a:defRPr>
            </a:lvl4pPr>
            <a:lvl5pPr>
              <a:defRPr sz="1200">
                <a:latin typeface="Roboto" charset="0"/>
                <a:ea typeface="Roboto" charset="0"/>
                <a:cs typeface="Roboto" charset="0"/>
              </a:defRPr>
            </a:lvl5pPr>
          </a:lstStyle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sz="1200" b="1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 rot="1144906">
            <a:off x="10569654" y="330936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0574" y="6176963"/>
            <a:ext cx="601025" cy="601025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512830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0" dirty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pPr algn="ctr"/>
            <a:r>
              <a:rPr lang="en-US" sz="1000" b="0" dirty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</p:txBody>
      </p:sp>
      <p:pic>
        <p:nvPicPr>
          <p:cNvPr id="5" name="Picture 4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AF8E427-59B9-AF8B-CEAE-3EFF5D70A9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82764" y="6247839"/>
            <a:ext cx="175846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5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65" y="310916"/>
            <a:ext cx="10348426" cy="615059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19518E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Outline title style with QR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964" y="1308746"/>
            <a:ext cx="11458937" cy="4868217"/>
          </a:xfrm>
        </p:spPr>
        <p:txBody>
          <a:bodyPr/>
          <a:lstStyle>
            <a:lvl1pPr>
              <a:defRPr sz="2000">
                <a:latin typeface="Roboto" charset="0"/>
                <a:ea typeface="Roboto" charset="0"/>
                <a:cs typeface="Roboto" charset="0"/>
              </a:defRPr>
            </a:lvl1pPr>
            <a:lvl2pPr>
              <a:defRPr sz="1800">
                <a:latin typeface="Roboto" charset="0"/>
                <a:ea typeface="Roboto" charset="0"/>
                <a:cs typeface="Roboto" charset="0"/>
              </a:defRPr>
            </a:lvl2pPr>
            <a:lvl3pPr>
              <a:defRPr sz="1600">
                <a:latin typeface="Roboto" charset="0"/>
                <a:ea typeface="Roboto" charset="0"/>
                <a:cs typeface="Roboto" charset="0"/>
              </a:defRPr>
            </a:lvl3pPr>
            <a:lvl4pPr>
              <a:defRPr sz="1400">
                <a:latin typeface="Roboto" charset="0"/>
                <a:ea typeface="Roboto" charset="0"/>
                <a:cs typeface="Roboto" charset="0"/>
              </a:defRPr>
            </a:lvl4pPr>
            <a:lvl5pPr>
              <a:defRPr sz="1200">
                <a:latin typeface="Roboto" charset="0"/>
                <a:ea typeface="Roboto" charset="0"/>
                <a:cs typeface="Roboto" charset="0"/>
              </a:defRPr>
            </a:lvl5pPr>
          </a:lstStyle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sz="1200"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 rot="1144906">
            <a:off x="10569654" y="330936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6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Outline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56C4EFE6-3655-824F-B66A-BD0EF53C6E08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90" r:id="rId2"/>
    <p:sldLayoutId id="2147484187" r:id="rId3"/>
    <p:sldLayoutId id="2147484191" r:id="rId4"/>
    <p:sldLayoutId id="2147484188" r:id="rId5"/>
    <p:sldLayoutId id="2147484192" r:id="rId6"/>
    <p:sldLayoutId id="2147484189" r:id="rId7"/>
    <p:sldLayoutId id="2147484193" r:id="rId8"/>
    <p:sldLayoutId id="2147484176" r:id="rId9"/>
    <p:sldLayoutId id="214748419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2081-5E85-2215-B668-82188C3F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790" y="1239172"/>
            <a:ext cx="8531171" cy="212025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7030A0"/>
                </a:solidFill>
              </a:rPr>
              <a:t>Secure</a:t>
            </a:r>
          </a:p>
          <a:p>
            <a:pPr marL="0" indent="0">
              <a:buNone/>
            </a:pPr>
            <a:r>
              <a:rPr lang="en-US" sz="6000" b="1" dirty="0"/>
              <a:t>Quantum Computing</a:t>
            </a: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FTQC-1-B-4b: Fault Injection on Error Correction Algorithm</a:t>
            </a: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Jeremiah Woods</a:t>
            </a: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June 9</a:t>
            </a:r>
            <a:r>
              <a:rPr lang="en-US" sz="2400" b="1" baseline="30000" dirty="0">
                <a:solidFill>
                  <a:schemeClr val="bg1"/>
                </a:solidFill>
                <a:highlight>
                  <a:srgbClr val="7030A0"/>
                </a:highlight>
              </a:rPr>
              <a:t>th</a:t>
            </a: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, 2026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90573-E154-82F7-4499-C3785F4C200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60" y="1252486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Injection on Error Correction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Simulating QEC algorithms’ response to various injected faults</a:t>
            </a:r>
          </a:p>
          <a:p>
            <a:pPr lvl="1"/>
            <a:r>
              <a:rPr lang="en-US" dirty="0"/>
              <a:t>Using a rotated Z-basis, distance—3 surface code, injecting error directly into the circuit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1B791E5-FF9D-8D23-44FC-4BD3924ED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97" t="14315" r="1441" b="46015"/>
          <a:stretch>
            <a:fillRect/>
          </a:stretch>
        </p:blipFill>
        <p:spPr bwMode="auto">
          <a:xfrm>
            <a:off x="1995055" y="2099592"/>
            <a:ext cx="7932716" cy="393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83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3C11206-6C1F-6DF5-C039-877ACD4EE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772718"/>
              </p:ext>
            </p:extLst>
          </p:nvPr>
        </p:nvGraphicFramePr>
        <p:xfrm>
          <a:off x="381965" y="925975"/>
          <a:ext cx="11458937" cy="4868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008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 </a:t>
            </a:r>
            <a:r>
              <a:rPr lang="en-US" sz="2400" dirty="0" err="1"/>
              <a:t>Jupyter</a:t>
            </a:r>
            <a:r>
              <a:rPr lang="en-US" sz="2400" dirty="0"/>
              <a:t> notebooks using Python</a:t>
            </a:r>
          </a:p>
          <a:p>
            <a:pPr lvl="1"/>
            <a:r>
              <a:rPr lang="en-US" sz="2000" dirty="0"/>
              <a:t>First tests the surface code using all possible bit flips</a:t>
            </a:r>
          </a:p>
          <a:p>
            <a:pPr lvl="2"/>
            <a:r>
              <a:rPr lang="en-US" sz="1800" dirty="0"/>
              <a:t>Z-basis, encoding a logical 0</a:t>
            </a:r>
          </a:p>
          <a:p>
            <a:pPr lvl="1"/>
            <a:r>
              <a:rPr lang="en-US" sz="2000" dirty="0"/>
              <a:t>Second has the same circuit tested against different two-qubit Pauli Twirling configurations</a:t>
            </a:r>
          </a:p>
          <a:p>
            <a:pPr lvl="2"/>
            <a:r>
              <a:rPr lang="en-US" sz="1800" dirty="0"/>
              <a:t>Noise inserted after one, two, or 3 CNOTs</a:t>
            </a:r>
          </a:p>
          <a:p>
            <a:pPr lvl="1"/>
            <a:r>
              <a:rPr lang="en-US" sz="2000" dirty="0"/>
              <a:t>Third tests the surface code against qubit rotations</a:t>
            </a:r>
          </a:p>
          <a:p>
            <a:pPr lvl="2"/>
            <a:r>
              <a:rPr lang="en-US" sz="1800" dirty="0"/>
              <a:t>Not natively supported by Stim</a:t>
            </a:r>
          </a:p>
          <a:p>
            <a:pPr lvl="3"/>
            <a:r>
              <a:rPr lang="en-US" sz="1600" dirty="0"/>
              <a:t>Projected rotation angle as error probability for X, Z,</a:t>
            </a:r>
          </a:p>
          <a:p>
            <a:pPr marL="1371600" lvl="3" indent="0">
              <a:buNone/>
            </a:pPr>
            <a:r>
              <a:rPr lang="en-US" sz="1600" dirty="0"/>
              <a:t>     and Y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CC9F349-6FE1-4126-881F-CDA10FDF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025" y="2842352"/>
            <a:ext cx="4628009" cy="38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87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through exhaustive search base</a:t>
            </a:r>
          </a:p>
          <a:p>
            <a:pPr lvl="1"/>
            <a:r>
              <a:rPr lang="en-US" dirty="0"/>
              <a:t>Use Python’s </a:t>
            </a:r>
            <a:r>
              <a:rPr lang="en-US" dirty="0" err="1"/>
              <a:t>itertools</a:t>
            </a:r>
            <a:r>
              <a:rPr lang="en-US" dirty="0"/>
              <a:t> module to produce all possible combinations of qubits</a:t>
            </a:r>
          </a:p>
          <a:p>
            <a:pPr lvl="2"/>
            <a:r>
              <a:rPr lang="en-US" dirty="0"/>
              <a:t>Represent qubits via index</a:t>
            </a:r>
          </a:p>
          <a:p>
            <a:r>
              <a:rPr lang="en-US" dirty="0"/>
              <a:t>Rotations and Bit Flips: separate tests for including only data qubits and including all qubits</a:t>
            </a:r>
          </a:p>
          <a:p>
            <a:pPr lvl="1"/>
            <a:r>
              <a:rPr lang="en-US" dirty="0"/>
              <a:t>In each test, execute circuit with each combination and pass results into MWPM decoder via </a:t>
            </a:r>
            <a:r>
              <a:rPr lang="en-US" dirty="0" err="1"/>
              <a:t>PyMatching</a:t>
            </a:r>
            <a:endParaRPr lang="en-US" dirty="0"/>
          </a:p>
          <a:p>
            <a:pPr lvl="2"/>
            <a:r>
              <a:rPr lang="en-US" dirty="0"/>
              <a:t>Utilized 1000 shots for each rotation test due to probability projection</a:t>
            </a:r>
          </a:p>
          <a:p>
            <a:r>
              <a:rPr lang="en-US" dirty="0"/>
              <a:t>Pauli Twirling: separate tests into three sets of combinations</a:t>
            </a:r>
          </a:p>
          <a:p>
            <a:pPr lvl="1"/>
            <a:r>
              <a:rPr lang="en-US" dirty="0"/>
              <a:t>Execute exhaustive search tests for each layer of CNOTs and pass results into MWPM decoder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5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 Flips: circuit eventually failed 100% of the time, but distribution was non-linear</a:t>
            </a:r>
          </a:p>
          <a:p>
            <a:pPr lvl="1"/>
            <a:r>
              <a:rPr lang="en-US" dirty="0"/>
              <a:t>Adding more bit flips = higher failure rate up to 5 qubits</a:t>
            </a:r>
          </a:p>
          <a:p>
            <a:pPr lvl="2"/>
            <a:r>
              <a:rPr lang="en-US" dirty="0"/>
              <a:t>Would drop at 6 qubits before rapidly climbing to 100% failure at 8 qubits</a:t>
            </a:r>
          </a:p>
          <a:p>
            <a:pPr lvl="2"/>
            <a:r>
              <a:rPr lang="en-US" dirty="0"/>
              <a:t>Similar in all-qubit case: peak at 8 qubits, decline from 9-12 qubits, reach 100% at 16 qubits</a:t>
            </a:r>
          </a:p>
          <a:p>
            <a:pPr lvl="1"/>
            <a:r>
              <a:rPr lang="en-US" dirty="0"/>
              <a:t>Failure rates of different qubits numbers were always complements of each other</a:t>
            </a:r>
          </a:p>
          <a:p>
            <a:pPr lvl="2"/>
            <a:r>
              <a:rPr lang="en-US" dirty="0"/>
              <a:t>Ex.: failure rate of 4 qubit flips + failure rate of 13 qubit flips ~= total # of combinations</a:t>
            </a:r>
          </a:p>
          <a:p>
            <a:pPr lvl="3"/>
            <a:r>
              <a:rPr lang="en-US" dirty="0"/>
              <a:t>Excluded all qubits flipping (due to only having 1 combination)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Qubit Rotations: failure rate generally increases with # of qubits &amp; closeness to 180 degrees</a:t>
            </a:r>
          </a:p>
          <a:p>
            <a:pPr lvl="1"/>
            <a:r>
              <a:rPr lang="en-US" dirty="0"/>
              <a:t>X-rotation: max &gt;99.5% error rate between 168 degrees and 192 degrees</a:t>
            </a:r>
          </a:p>
          <a:p>
            <a:pPr lvl="1"/>
            <a:r>
              <a:rPr lang="en-US" dirty="0"/>
              <a:t>Z-rotation: no failures of the decoder at any configuration</a:t>
            </a:r>
          </a:p>
          <a:p>
            <a:pPr lvl="2"/>
            <a:r>
              <a:rPr lang="en-US" dirty="0"/>
              <a:t>Likely due to Z-basis of rotated surface code; encoded logical zero remains zero</a:t>
            </a:r>
          </a:p>
          <a:p>
            <a:pPr lvl="1"/>
            <a:r>
              <a:rPr lang="en-US" dirty="0"/>
              <a:t>Y-rotation: similar to X-rotation, though distribution was less uniform</a:t>
            </a:r>
          </a:p>
          <a:p>
            <a:pPr lvl="2"/>
            <a:r>
              <a:rPr lang="en-US" dirty="0"/>
              <a:t>Sharper increase in failure rates at 96 degrees, comparatively lower failure rates at 48 &amp; 72 degrees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5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0B9E-A787-FB7B-CC1D-457EA71F0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997B-5302-B72F-94A9-B73903D6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CBF6-C004-63C6-C925-915D264F3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Pauli Twirling: failure rates had some correlation with layer/gate selection at higher fault counts</a:t>
            </a:r>
          </a:p>
          <a:p>
            <a:pPr lvl="1"/>
            <a:r>
              <a:rPr lang="en-US" dirty="0"/>
              <a:t>1-CNOT: zero failures; somewhat expected due to distance-3 protection against isolated single faults</a:t>
            </a:r>
          </a:p>
          <a:p>
            <a:pPr lvl="1"/>
            <a:r>
              <a:rPr lang="en-US" dirty="0"/>
              <a:t>2-CNOT &amp; 3-CNOT: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CA917-4405-D092-84F0-4F91BB3D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E3593F-67BB-964F-F301-A3429FAE5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66441"/>
              </p:ext>
            </p:extLst>
          </p:nvPr>
        </p:nvGraphicFramePr>
        <p:xfrm>
          <a:off x="1935343" y="2321610"/>
          <a:ext cx="8128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211">
                  <a:extLst>
                    <a:ext uri="{9D8B030D-6E8A-4147-A177-3AD203B41FA5}">
                      <a16:colId xmlns:a16="http://schemas.microsoft.com/office/drawing/2014/main" val="2120897291"/>
                    </a:ext>
                  </a:extLst>
                </a:gridCol>
                <a:gridCol w="3024789">
                  <a:extLst>
                    <a:ext uri="{9D8B030D-6E8A-4147-A177-3AD203B41FA5}">
                      <a16:colId xmlns:a16="http://schemas.microsoft.com/office/drawing/2014/main" val="3029323442"/>
                    </a:ext>
                  </a:extLst>
                </a:gridCol>
                <a:gridCol w="1007385">
                  <a:extLst>
                    <a:ext uri="{9D8B030D-6E8A-4147-A177-3AD203B41FA5}">
                      <a16:colId xmlns:a16="http://schemas.microsoft.com/office/drawing/2014/main" val="628844535"/>
                    </a:ext>
                  </a:extLst>
                </a:gridCol>
                <a:gridCol w="3056615">
                  <a:extLst>
                    <a:ext uri="{9D8B030D-6E8A-4147-A177-3AD203B41FA5}">
                      <a16:colId xmlns:a16="http://schemas.microsoft.com/office/drawing/2014/main" val="16730638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2-CNOT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3-CNOT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75273"/>
                  </a:ext>
                </a:extLst>
              </a:tr>
              <a:tr h="19396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Layer 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Results [(0, 1), (0, 2), (1, 2)]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Layer 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Results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7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None; 4/15;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6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None; 9/15; 8/15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21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4/15; None;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4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None; 8/15; 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054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None; None; 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44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4/15; 8/15;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7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None; 4/15;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56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8/15; 8/15;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7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72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Distance-3 rotated surface code has limited protection against multiple faults</a:t>
            </a:r>
          </a:p>
          <a:p>
            <a:r>
              <a:rPr lang="en-US" dirty="0"/>
              <a:t>Correlated faults, such as targeting multiple CNOT gates at once, tended to be more successful in disrupting decoder</a:t>
            </a:r>
          </a:p>
          <a:p>
            <a:r>
              <a:rPr lang="en-US" dirty="0"/>
              <a:t>Utilizing rotations instead of direct error flips does not appear to be significantly more disruptive</a:t>
            </a:r>
          </a:p>
          <a:p>
            <a:r>
              <a:rPr lang="en-US" dirty="0"/>
              <a:t>More work, such as incorporating native rotation gates &amp; testing different bases/encoded states, is needed to confirm these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9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81205</TotalTime>
  <Words>660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Roboto</vt:lpstr>
      <vt:lpstr>Office Theme</vt:lpstr>
      <vt:lpstr>PowerPoint Presentation</vt:lpstr>
      <vt:lpstr>Fault Injection on Error Correction Algorithm</vt:lpstr>
      <vt:lpstr>Threat Model</vt:lpstr>
      <vt:lpstr>Experimental Setup</vt:lpstr>
      <vt:lpstr>Evaluation</vt:lpstr>
      <vt:lpstr>Results</vt:lpstr>
      <vt:lpstr>Results (continued)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Jeremiah Woods</cp:lastModifiedBy>
  <cp:revision>1622</cp:revision>
  <cp:lastPrinted>2022-08-26T19:42:23Z</cp:lastPrinted>
  <dcterms:created xsi:type="dcterms:W3CDTF">2018-04-17T17:18:07Z</dcterms:created>
  <dcterms:modified xsi:type="dcterms:W3CDTF">2026-06-09T17:09:38Z</dcterms:modified>
</cp:coreProperties>
</file>