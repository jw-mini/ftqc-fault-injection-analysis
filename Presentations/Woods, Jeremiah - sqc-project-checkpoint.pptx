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74" r:id="rId1"/>
  </p:sldMasterIdLst>
  <p:notesMasterIdLst>
    <p:notesMasterId r:id="rId9"/>
  </p:notesMasterIdLst>
  <p:sldIdLst>
    <p:sldId id="1505" r:id="rId2"/>
    <p:sldId id="1533" r:id="rId3"/>
    <p:sldId id="1534" r:id="rId4"/>
    <p:sldId id="1535" r:id="rId5"/>
    <p:sldId id="1536" r:id="rId6"/>
    <p:sldId id="1537" r:id="rId7"/>
    <p:sldId id="153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C800"/>
    <a:srgbClr val="8ED346"/>
    <a:srgbClr val="7030A0"/>
    <a:srgbClr val="EDE3FF"/>
    <a:srgbClr val="BC511A"/>
    <a:srgbClr val="4C842A"/>
    <a:srgbClr val="154F90"/>
    <a:srgbClr val="1D528C"/>
    <a:srgbClr val="19518E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97BCB9-6028-791A-C6A1-70FD0DE53D6B}" v="453" dt="2022-07-28T12:38:24.37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022"/>
    <p:restoredTop sz="74422"/>
  </p:normalViewPr>
  <p:slideViewPr>
    <p:cSldViewPr snapToGrid="0" snapToObjects="1">
      <p:cViewPr>
        <p:scale>
          <a:sx n="50" d="100"/>
          <a:sy n="50" d="100"/>
        </p:scale>
        <p:origin x="1548" y="11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bnig, Joachim (Nokia - GB/Cambridge)" userId="S::joachim.wabnig@nokia-bell-labs.com::cb18a1e1-6262-404f-8ec0-9f0f27e42127" providerId="AD" clId="Web-{9897BCB9-6028-791A-C6A1-70FD0DE53D6B}"/>
    <pc:docChg chg="addSld delSld modSld sldOrd">
      <pc:chgData name="Wabnig, Joachim (Nokia - GB/Cambridge)" userId="S::joachim.wabnig@nokia-bell-labs.com::cb18a1e1-6262-404f-8ec0-9f0f27e42127" providerId="AD" clId="Web-{9897BCB9-6028-791A-C6A1-70FD0DE53D6B}" dt="2022-07-28T12:38:24.373" v="362"/>
      <pc:docMkLst>
        <pc:docMk/>
      </pc:docMkLst>
      <pc:sldChg chg="addSp delSp modSp delAnim">
        <pc:chgData name="Wabnig, Joachim (Nokia - GB/Cambridge)" userId="S::joachim.wabnig@nokia-bell-labs.com::cb18a1e1-6262-404f-8ec0-9f0f27e42127" providerId="AD" clId="Web-{9897BCB9-6028-791A-C6A1-70FD0DE53D6B}" dt="2022-07-28T12:34:56.250" v="344" actId="20577"/>
        <pc:sldMkLst>
          <pc:docMk/>
          <pc:sldMk cId="231819176" sldId="917"/>
        </pc:sldMkLst>
        <pc:spChg chg="add del mod">
          <ac:chgData name="Wabnig, Joachim (Nokia - GB/Cambridge)" userId="S::joachim.wabnig@nokia-bell-labs.com::cb18a1e1-6262-404f-8ec0-9f0f27e42127" providerId="AD" clId="Web-{9897BCB9-6028-791A-C6A1-70FD0DE53D6B}" dt="2022-07-28T12:31:43.238" v="333"/>
          <ac:spMkLst>
            <pc:docMk/>
            <pc:sldMk cId="231819176" sldId="917"/>
            <ac:spMk id="6" creationId="{6B0994C4-8E95-620A-2D7E-D4365F9110CA}"/>
          </ac:spMkLst>
        </pc:spChg>
        <pc:spChg chg="mod">
          <ac:chgData name="Wabnig, Joachim (Nokia - GB/Cambridge)" userId="S::joachim.wabnig@nokia-bell-labs.com::cb18a1e1-6262-404f-8ec0-9f0f27e42127" providerId="AD" clId="Web-{9897BCB9-6028-791A-C6A1-70FD0DE53D6B}" dt="2022-07-28T12:28:14.663" v="289" actId="1076"/>
          <ac:spMkLst>
            <pc:docMk/>
            <pc:sldMk cId="231819176" sldId="917"/>
            <ac:spMk id="7" creationId="{00000000-0000-0000-0000-000000000000}"/>
          </ac:spMkLst>
        </pc:spChg>
        <pc:spChg chg="mod">
          <ac:chgData name="Wabnig, Joachim (Nokia - GB/Cambridge)" userId="S::joachim.wabnig@nokia-bell-labs.com::cb18a1e1-6262-404f-8ec0-9f0f27e42127" providerId="AD" clId="Web-{9897BCB9-6028-791A-C6A1-70FD0DE53D6B}" dt="2022-07-28T12:29:18.885" v="301" actId="1076"/>
          <ac:spMkLst>
            <pc:docMk/>
            <pc:sldMk cId="231819176" sldId="917"/>
            <ac:spMk id="15" creationId="{00000000-0000-0000-0000-000000000000}"/>
          </ac:spMkLst>
        </pc:spChg>
        <pc:spChg chg="mod">
          <ac:chgData name="Wabnig, Joachim (Nokia - GB/Cambridge)" userId="S::joachim.wabnig@nokia-bell-labs.com::cb18a1e1-6262-404f-8ec0-9f0f27e42127" providerId="AD" clId="Web-{9897BCB9-6028-791A-C6A1-70FD0DE53D6B}" dt="2022-07-28T12:29:02.291" v="297" actId="1076"/>
          <ac:spMkLst>
            <pc:docMk/>
            <pc:sldMk cId="231819176" sldId="917"/>
            <ac:spMk id="18" creationId="{00000000-0000-0000-0000-000000000000}"/>
          </ac:spMkLst>
        </pc:spChg>
        <pc:spChg chg="mod">
          <ac:chgData name="Wabnig, Joachim (Nokia - GB/Cambridge)" userId="S::joachim.wabnig@nokia-bell-labs.com::cb18a1e1-6262-404f-8ec0-9f0f27e42127" providerId="AD" clId="Web-{9897BCB9-6028-791A-C6A1-70FD0DE53D6B}" dt="2022-07-28T12:29:31.700" v="306" actId="1076"/>
          <ac:spMkLst>
            <pc:docMk/>
            <pc:sldMk cId="231819176" sldId="917"/>
            <ac:spMk id="19" creationId="{00000000-0000-0000-0000-000000000000}"/>
          </ac:spMkLst>
        </pc:spChg>
        <pc:spChg chg="del mod">
          <ac:chgData name="Wabnig, Joachim (Nokia - GB/Cambridge)" userId="S::joachim.wabnig@nokia-bell-labs.com::cb18a1e1-6262-404f-8ec0-9f0f27e42127" providerId="AD" clId="Web-{9897BCB9-6028-791A-C6A1-70FD0DE53D6B}" dt="2022-07-28T12:29:33.855" v="307"/>
          <ac:spMkLst>
            <pc:docMk/>
            <pc:sldMk cId="231819176" sldId="917"/>
            <ac:spMk id="21" creationId="{00000000-0000-0000-0000-000000000000}"/>
          </ac:spMkLst>
        </pc:spChg>
        <pc:spChg chg="mod">
          <ac:chgData name="Wabnig, Joachim (Nokia - GB/Cambridge)" userId="S::joachim.wabnig@nokia-bell-labs.com::cb18a1e1-6262-404f-8ec0-9f0f27e42127" providerId="AD" clId="Web-{9897BCB9-6028-791A-C6A1-70FD0DE53D6B}" dt="2022-07-28T12:34:56.250" v="344" actId="20577"/>
          <ac:spMkLst>
            <pc:docMk/>
            <pc:sldMk cId="231819176" sldId="917"/>
            <ac:spMk id="23" creationId="{00000000-0000-0000-0000-000000000000}"/>
          </ac:spMkLst>
        </pc:spChg>
        <pc:spChg chg="mod">
          <ac:chgData name="Wabnig, Joachim (Nokia - GB/Cambridge)" userId="S::joachim.wabnig@nokia-bell-labs.com::cb18a1e1-6262-404f-8ec0-9f0f27e42127" providerId="AD" clId="Web-{9897BCB9-6028-791A-C6A1-70FD0DE53D6B}" dt="2022-07-28T12:29:16.151" v="300" actId="1076"/>
          <ac:spMkLst>
            <pc:docMk/>
            <pc:sldMk cId="231819176" sldId="917"/>
            <ac:spMk id="27" creationId="{00000000-0000-0000-0000-000000000000}"/>
          </ac:spMkLst>
        </pc:spChg>
        <pc:grpChg chg="mod">
          <ac:chgData name="Wabnig, Joachim (Nokia - GB/Cambridge)" userId="S::joachim.wabnig@nokia-bell-labs.com::cb18a1e1-6262-404f-8ec0-9f0f27e42127" providerId="AD" clId="Web-{9897BCB9-6028-791A-C6A1-70FD0DE53D6B}" dt="2022-07-28T12:29:02.384" v="299" actId="1076"/>
          <ac:grpSpMkLst>
            <pc:docMk/>
            <pc:sldMk cId="231819176" sldId="917"/>
            <ac:grpSpMk id="3" creationId="{00000000-0000-0000-0000-000000000000}"/>
          </ac:grpSpMkLst>
        </pc:grpChg>
        <pc:grpChg chg="mod">
          <ac:chgData name="Wabnig, Joachim (Nokia - GB/Cambridge)" userId="S::joachim.wabnig@nokia-bell-labs.com::cb18a1e1-6262-404f-8ec0-9f0f27e42127" providerId="AD" clId="Web-{9897BCB9-6028-791A-C6A1-70FD0DE53D6B}" dt="2022-07-28T12:29:02.337" v="298" actId="1076"/>
          <ac:grpSpMkLst>
            <pc:docMk/>
            <pc:sldMk cId="231819176" sldId="917"/>
            <ac:grpSpMk id="22" creationId="{00000000-0000-0000-0000-000000000000}"/>
          </ac:grpSpMkLst>
        </pc:grpChg>
        <pc:grpChg chg="mod">
          <ac:chgData name="Wabnig, Joachim (Nokia - GB/Cambridge)" userId="S::joachim.wabnig@nokia-bell-labs.com::cb18a1e1-6262-404f-8ec0-9f0f27e42127" providerId="AD" clId="Web-{9897BCB9-6028-791A-C6A1-70FD0DE53D6B}" dt="2022-07-28T12:28:26.288" v="290" actId="1076"/>
          <ac:grpSpMkLst>
            <pc:docMk/>
            <pc:sldMk cId="231819176" sldId="917"/>
            <ac:grpSpMk id="24" creationId="{00000000-0000-0000-0000-000000000000}"/>
          </ac:grpSpMkLst>
        </pc:grpChg>
        <pc:picChg chg="mod">
          <ac:chgData name="Wabnig, Joachim (Nokia - GB/Cambridge)" userId="S::joachim.wabnig@nokia-bell-labs.com::cb18a1e1-6262-404f-8ec0-9f0f27e42127" providerId="AD" clId="Web-{9897BCB9-6028-791A-C6A1-70FD0DE53D6B}" dt="2022-07-28T12:29:02.275" v="296" actId="1076"/>
          <ac:picMkLst>
            <pc:docMk/>
            <pc:sldMk cId="231819176" sldId="917"/>
            <ac:picMk id="8" creationId="{00000000-0000-0000-0000-000000000000}"/>
          </ac:picMkLst>
        </pc:picChg>
        <pc:picChg chg="mod">
          <ac:chgData name="Wabnig, Joachim (Nokia - GB/Cambridge)" userId="S::joachim.wabnig@nokia-bell-labs.com::cb18a1e1-6262-404f-8ec0-9f0f27e42127" providerId="AD" clId="Web-{9897BCB9-6028-791A-C6A1-70FD0DE53D6B}" dt="2022-07-28T12:29:31.652" v="305" actId="1076"/>
          <ac:picMkLst>
            <pc:docMk/>
            <pc:sldMk cId="231819176" sldId="917"/>
            <ac:picMk id="9" creationId="{00000000-0000-0000-0000-000000000000}"/>
          </ac:picMkLst>
        </pc:picChg>
        <pc:picChg chg="mod">
          <ac:chgData name="Wabnig, Joachim (Nokia - GB/Cambridge)" userId="S::joachim.wabnig@nokia-bell-labs.com::cb18a1e1-6262-404f-8ec0-9f0f27e42127" providerId="AD" clId="Web-{9897BCB9-6028-791A-C6A1-70FD0DE53D6B}" dt="2022-07-28T12:29:24.183" v="302" actId="1076"/>
          <ac:picMkLst>
            <pc:docMk/>
            <pc:sldMk cId="231819176" sldId="917"/>
            <ac:picMk id="12" creationId="{00000000-0000-0000-0000-000000000000}"/>
          </ac:picMkLst>
        </pc:picChg>
      </pc:sldChg>
      <pc:sldChg chg="ord">
        <pc:chgData name="Wabnig, Joachim (Nokia - GB/Cambridge)" userId="S::joachim.wabnig@nokia-bell-labs.com::cb18a1e1-6262-404f-8ec0-9f0f27e42127" providerId="AD" clId="Web-{9897BCB9-6028-791A-C6A1-70FD0DE53D6B}" dt="2022-07-28T12:35:30.534" v="346"/>
        <pc:sldMkLst>
          <pc:docMk/>
          <pc:sldMk cId="1145908281" sldId="959"/>
        </pc:sldMkLst>
      </pc:sldChg>
      <pc:sldChg chg="modSp">
        <pc:chgData name="Wabnig, Joachim (Nokia - GB/Cambridge)" userId="S::joachim.wabnig@nokia-bell-labs.com::cb18a1e1-6262-404f-8ec0-9f0f27e42127" providerId="AD" clId="Web-{9897BCB9-6028-791A-C6A1-70FD0DE53D6B}" dt="2022-07-28T12:27:38.066" v="283" actId="20577"/>
        <pc:sldMkLst>
          <pc:docMk/>
          <pc:sldMk cId="387254684" sldId="962"/>
        </pc:sldMkLst>
        <pc:spChg chg="mod">
          <ac:chgData name="Wabnig, Joachim (Nokia - GB/Cambridge)" userId="S::joachim.wabnig@nokia-bell-labs.com::cb18a1e1-6262-404f-8ec0-9f0f27e42127" providerId="AD" clId="Web-{9897BCB9-6028-791A-C6A1-70FD0DE53D6B}" dt="2022-07-28T12:27:38.066" v="283" actId="20577"/>
          <ac:spMkLst>
            <pc:docMk/>
            <pc:sldMk cId="387254684" sldId="962"/>
            <ac:spMk id="2" creationId="{00000000-0000-0000-0000-000000000000}"/>
          </ac:spMkLst>
        </pc:spChg>
      </pc:sldChg>
      <pc:sldChg chg="modSp ord">
        <pc:chgData name="Wabnig, Joachim (Nokia - GB/Cambridge)" userId="S::joachim.wabnig@nokia-bell-labs.com::cb18a1e1-6262-404f-8ec0-9f0f27e42127" providerId="AD" clId="Web-{9897BCB9-6028-791A-C6A1-70FD0DE53D6B}" dt="2022-07-28T12:36:57.899" v="361" actId="20577"/>
        <pc:sldMkLst>
          <pc:docMk/>
          <pc:sldMk cId="1219048573" sldId="965"/>
        </pc:sldMkLst>
        <pc:spChg chg="mod">
          <ac:chgData name="Wabnig, Joachim (Nokia - GB/Cambridge)" userId="S::joachim.wabnig@nokia-bell-labs.com::cb18a1e1-6262-404f-8ec0-9f0f27e42127" providerId="AD" clId="Web-{9897BCB9-6028-791A-C6A1-70FD0DE53D6B}" dt="2022-07-28T12:36:57.899" v="361" actId="20577"/>
          <ac:spMkLst>
            <pc:docMk/>
            <pc:sldMk cId="1219048573" sldId="965"/>
            <ac:spMk id="2" creationId="{00000000-0000-0000-0000-000000000000}"/>
          </ac:spMkLst>
        </pc:spChg>
      </pc:sldChg>
      <pc:sldChg chg="ord">
        <pc:chgData name="Wabnig, Joachim (Nokia - GB/Cambridge)" userId="S::joachim.wabnig@nokia-bell-labs.com::cb18a1e1-6262-404f-8ec0-9f0f27e42127" providerId="AD" clId="Web-{9897BCB9-6028-791A-C6A1-70FD0DE53D6B}" dt="2022-07-28T12:35:21.471" v="345"/>
        <pc:sldMkLst>
          <pc:docMk/>
          <pc:sldMk cId="72918074" sldId="966"/>
        </pc:sldMkLst>
      </pc:sldChg>
      <pc:sldChg chg="addSp delSp modSp add del mod replId setBg delAnim">
        <pc:chgData name="Wabnig, Joachim (Nokia - GB/Cambridge)" userId="S::joachim.wabnig@nokia-bell-labs.com::cb18a1e1-6262-404f-8ec0-9f0f27e42127" providerId="AD" clId="Web-{9897BCB9-6028-791A-C6A1-70FD0DE53D6B}" dt="2022-07-28T12:38:24.373" v="362"/>
        <pc:sldMkLst>
          <pc:docMk/>
          <pc:sldMk cId="4077441063" sldId="967"/>
        </pc:sldMkLst>
        <pc:spChg chg="mod">
          <ac:chgData name="Wabnig, Joachim (Nokia - GB/Cambridge)" userId="S::joachim.wabnig@nokia-bell-labs.com::cb18a1e1-6262-404f-8ec0-9f0f27e42127" providerId="AD" clId="Web-{9897BCB9-6028-791A-C6A1-70FD0DE53D6B}" dt="2022-07-28T10:14:05.729" v="41" actId="20577"/>
          <ac:spMkLst>
            <pc:docMk/>
            <pc:sldMk cId="4077441063" sldId="967"/>
            <ac:spMk id="2" creationId="{00000000-0000-0000-0000-000000000000}"/>
          </ac:spMkLst>
        </pc:spChg>
        <pc:spChg chg="del mod">
          <ac:chgData name="Wabnig, Joachim (Nokia - GB/Cambridge)" userId="S::joachim.wabnig@nokia-bell-labs.com::cb18a1e1-6262-404f-8ec0-9f0f27e42127" providerId="AD" clId="Web-{9897BCB9-6028-791A-C6A1-70FD0DE53D6B}" dt="2022-07-28T10:15:30.279" v="63"/>
          <ac:spMkLst>
            <pc:docMk/>
            <pc:sldMk cId="4077441063" sldId="967"/>
            <ac:spMk id="3" creationId="{00000000-0000-0000-0000-000000000000}"/>
          </ac:spMkLst>
        </pc:spChg>
        <pc:spChg chg="add mod">
          <ac:chgData name="Wabnig, Joachim (Nokia - GB/Cambridge)" userId="S::joachim.wabnig@nokia-bell-labs.com::cb18a1e1-6262-404f-8ec0-9f0f27e42127" providerId="AD" clId="Web-{9897BCB9-6028-791A-C6A1-70FD0DE53D6B}" dt="2022-07-28T10:19:58.962" v="146" actId="1076"/>
          <ac:spMkLst>
            <pc:docMk/>
            <pc:sldMk cId="4077441063" sldId="967"/>
            <ac:spMk id="6" creationId="{E1205427-FE4D-AC6F-C4CC-35D5DF26B969}"/>
          </ac:spMkLst>
        </pc:spChg>
        <pc:spChg chg="add">
          <ac:chgData name="Wabnig, Joachim (Nokia - GB/Cambridge)" userId="S::joachim.wabnig@nokia-bell-labs.com::cb18a1e1-6262-404f-8ec0-9f0f27e42127" providerId="AD" clId="Web-{9897BCB9-6028-791A-C6A1-70FD0DE53D6B}" dt="2022-07-28T10:07:31.572" v="12"/>
          <ac:spMkLst>
            <pc:docMk/>
            <pc:sldMk cId="4077441063" sldId="967"/>
            <ac:spMk id="8" creationId="{272E1053-3265-6F1A-7C8A-D547D87D4F5C}"/>
          </ac:spMkLst>
        </pc:spChg>
        <pc:spChg chg="del mod topLvl">
          <ac:chgData name="Wabnig, Joachim (Nokia - GB/Cambridge)" userId="S::joachim.wabnig@nokia-bell-labs.com::cb18a1e1-6262-404f-8ec0-9f0f27e42127" providerId="AD" clId="Web-{9897BCB9-6028-791A-C6A1-70FD0DE53D6B}" dt="2022-07-28T10:25:55.961" v="218"/>
          <ac:spMkLst>
            <pc:docMk/>
            <pc:sldMk cId="4077441063" sldId="967"/>
            <ac:spMk id="9" creationId="{00000000-0000-0000-0000-000000000000}"/>
          </ac:spMkLst>
        </pc:spChg>
        <pc:spChg chg="add mod">
          <ac:chgData name="Wabnig, Joachim (Nokia - GB/Cambridge)" userId="S::joachim.wabnig@nokia-bell-labs.com::cb18a1e1-6262-404f-8ec0-9f0f27e42127" providerId="AD" clId="Web-{9897BCB9-6028-791A-C6A1-70FD0DE53D6B}" dt="2022-07-28T10:30:09.628" v="265" actId="20577"/>
          <ac:spMkLst>
            <pc:docMk/>
            <pc:sldMk cId="4077441063" sldId="967"/>
            <ac:spMk id="11" creationId="{6AA0D6D9-9D48-EB1E-0627-068191E8D9C6}"/>
          </ac:spMkLst>
        </pc:spChg>
        <pc:spChg chg="del mod topLvl">
          <ac:chgData name="Wabnig, Joachim (Nokia - GB/Cambridge)" userId="S::joachim.wabnig@nokia-bell-labs.com::cb18a1e1-6262-404f-8ec0-9f0f27e42127" providerId="AD" clId="Web-{9897BCB9-6028-791A-C6A1-70FD0DE53D6B}" dt="2022-07-28T10:25:57.836" v="219"/>
          <ac:spMkLst>
            <pc:docMk/>
            <pc:sldMk cId="4077441063" sldId="967"/>
            <ac:spMk id="13" creationId="{00000000-0000-0000-0000-000000000000}"/>
          </ac:spMkLst>
        </pc:spChg>
        <pc:spChg chg="mod">
          <ac:chgData name="Wabnig, Joachim (Nokia - GB/Cambridge)" userId="S::joachim.wabnig@nokia-bell-labs.com::cb18a1e1-6262-404f-8ec0-9f0f27e42127" providerId="AD" clId="Web-{9897BCB9-6028-791A-C6A1-70FD0DE53D6B}" dt="2022-07-28T10:26:24.665" v="222" actId="20577"/>
          <ac:spMkLst>
            <pc:docMk/>
            <pc:sldMk cId="4077441063" sldId="967"/>
            <ac:spMk id="18" creationId="{00000000-0000-0000-0000-000000000000}"/>
          </ac:spMkLst>
        </pc:spChg>
        <pc:spChg chg="add del mod">
          <ac:chgData name="Wabnig, Joachim (Nokia - GB/Cambridge)" userId="S::joachim.wabnig@nokia-bell-labs.com::cb18a1e1-6262-404f-8ec0-9f0f27e42127" providerId="AD" clId="Web-{9897BCB9-6028-791A-C6A1-70FD0DE53D6B}" dt="2022-07-28T10:15:41.748" v="66"/>
          <ac:spMkLst>
            <pc:docMk/>
            <pc:sldMk cId="4077441063" sldId="967"/>
            <ac:spMk id="20" creationId="{418CC15B-E601-DCA3-FA48-D6F159D6BE7D}"/>
          </ac:spMkLst>
        </pc:spChg>
        <pc:spChg chg="del mod topLvl">
          <ac:chgData name="Wabnig, Joachim (Nokia - GB/Cambridge)" userId="S::joachim.wabnig@nokia-bell-labs.com::cb18a1e1-6262-404f-8ec0-9f0f27e42127" providerId="AD" clId="Web-{9897BCB9-6028-791A-C6A1-70FD0DE53D6B}" dt="2022-07-28T10:26:37.056" v="228"/>
          <ac:spMkLst>
            <pc:docMk/>
            <pc:sldMk cId="4077441063" sldId="967"/>
            <ac:spMk id="22" creationId="{00000000-0000-0000-0000-000000000000}"/>
          </ac:spMkLst>
        </pc:spChg>
        <pc:spChg chg="add del mod">
          <ac:chgData name="Wabnig, Joachim (Nokia - GB/Cambridge)" userId="S::joachim.wabnig@nokia-bell-labs.com::cb18a1e1-6262-404f-8ec0-9f0f27e42127" providerId="AD" clId="Web-{9897BCB9-6028-791A-C6A1-70FD0DE53D6B}" dt="2022-07-28T10:24:03.784" v="215"/>
          <ac:spMkLst>
            <pc:docMk/>
            <pc:sldMk cId="4077441063" sldId="967"/>
            <ac:spMk id="24" creationId="{57AC8418-898A-923F-9E90-91CBBFCC8EFF}"/>
          </ac:spMkLst>
        </pc:spChg>
        <pc:spChg chg="add del mod">
          <ac:chgData name="Wabnig, Joachim (Nokia - GB/Cambridge)" userId="S::joachim.wabnig@nokia-bell-labs.com::cb18a1e1-6262-404f-8ec0-9f0f27e42127" providerId="AD" clId="Web-{9897BCB9-6028-791A-C6A1-70FD0DE53D6B}" dt="2022-07-28T10:27:13.511" v="235"/>
          <ac:spMkLst>
            <pc:docMk/>
            <pc:sldMk cId="4077441063" sldId="967"/>
            <ac:spMk id="26" creationId="{E08BD7C1-30D2-9470-2CFF-2A8429C3097C}"/>
          </ac:spMkLst>
        </pc:spChg>
        <pc:spChg chg="del mod">
          <ac:chgData name="Wabnig, Joachim (Nokia - GB/Cambridge)" userId="S::joachim.wabnig@nokia-bell-labs.com::cb18a1e1-6262-404f-8ec0-9f0f27e42127" providerId="AD" clId="Web-{9897BCB9-6028-791A-C6A1-70FD0DE53D6B}" dt="2022-07-28T10:19:25.992" v="132"/>
          <ac:spMkLst>
            <pc:docMk/>
            <pc:sldMk cId="4077441063" sldId="967"/>
            <ac:spMk id="27" creationId="{00000000-0000-0000-0000-000000000000}"/>
          </ac:spMkLst>
        </pc:spChg>
        <pc:spChg chg="add mod">
          <ac:chgData name="Wabnig, Joachim (Nokia - GB/Cambridge)" userId="S::joachim.wabnig@nokia-bell-labs.com::cb18a1e1-6262-404f-8ec0-9f0f27e42127" providerId="AD" clId="Web-{9897BCB9-6028-791A-C6A1-70FD0DE53D6B}" dt="2022-07-28T10:29:15.344" v="256" actId="1076"/>
          <ac:spMkLst>
            <pc:docMk/>
            <pc:sldMk cId="4077441063" sldId="967"/>
            <ac:spMk id="29" creationId="{C09E14DA-10EA-5171-4F5D-A770DDB74123}"/>
          </ac:spMkLst>
        </pc:spChg>
        <pc:spChg chg="add mod">
          <ac:chgData name="Wabnig, Joachim (Nokia - GB/Cambridge)" userId="S::joachim.wabnig@nokia-bell-labs.com::cb18a1e1-6262-404f-8ec0-9f0f27e42127" providerId="AD" clId="Web-{9897BCB9-6028-791A-C6A1-70FD0DE53D6B}" dt="2022-07-28T10:29:11.532" v="255" actId="1076"/>
          <ac:spMkLst>
            <pc:docMk/>
            <pc:sldMk cId="4077441063" sldId="967"/>
            <ac:spMk id="30" creationId="{17A5B007-A71E-0DDD-C85E-F49E3560F4D3}"/>
          </ac:spMkLst>
        </pc:spChg>
        <pc:grpChg chg="del mod">
          <ac:chgData name="Wabnig, Joachim (Nokia - GB/Cambridge)" userId="S::joachim.wabnig@nokia-bell-labs.com::cb18a1e1-6262-404f-8ec0-9f0f27e42127" providerId="AD" clId="Web-{9897BCB9-6028-791A-C6A1-70FD0DE53D6B}" dt="2022-07-28T10:25:55.961" v="218"/>
          <ac:grpSpMkLst>
            <pc:docMk/>
            <pc:sldMk cId="4077441063" sldId="967"/>
            <ac:grpSpMk id="7" creationId="{00000000-0000-0000-0000-000000000000}"/>
          </ac:grpSpMkLst>
        </pc:grpChg>
        <pc:grpChg chg="del mod">
          <ac:chgData name="Wabnig, Joachim (Nokia - GB/Cambridge)" userId="S::joachim.wabnig@nokia-bell-labs.com::cb18a1e1-6262-404f-8ec0-9f0f27e42127" providerId="AD" clId="Web-{9897BCB9-6028-791A-C6A1-70FD0DE53D6B}" dt="2022-07-28T10:25:57.836" v="219"/>
          <ac:grpSpMkLst>
            <pc:docMk/>
            <pc:sldMk cId="4077441063" sldId="967"/>
            <ac:grpSpMk id="12" creationId="{00000000-0000-0000-0000-000000000000}"/>
          </ac:grpSpMkLst>
        </pc:grpChg>
        <pc:grpChg chg="del mod">
          <ac:chgData name="Wabnig, Joachim (Nokia - GB/Cambridge)" userId="S::joachim.wabnig@nokia-bell-labs.com::cb18a1e1-6262-404f-8ec0-9f0f27e42127" providerId="AD" clId="Web-{9897BCB9-6028-791A-C6A1-70FD0DE53D6B}" dt="2022-07-28T10:26:31.947" v="226"/>
          <ac:grpSpMkLst>
            <pc:docMk/>
            <pc:sldMk cId="4077441063" sldId="967"/>
            <ac:grpSpMk id="17" creationId="{00000000-0000-0000-0000-000000000000}"/>
          </ac:grpSpMkLst>
        </pc:grpChg>
        <pc:grpChg chg="del mod">
          <ac:chgData name="Wabnig, Joachim (Nokia - GB/Cambridge)" userId="S::joachim.wabnig@nokia-bell-labs.com::cb18a1e1-6262-404f-8ec0-9f0f27e42127" providerId="AD" clId="Web-{9897BCB9-6028-791A-C6A1-70FD0DE53D6B}" dt="2022-07-28T10:26:37.056" v="228"/>
          <ac:grpSpMkLst>
            <pc:docMk/>
            <pc:sldMk cId="4077441063" sldId="967"/>
            <ac:grpSpMk id="21" creationId="{00000000-0000-0000-0000-000000000000}"/>
          </ac:grpSpMkLst>
        </pc:grpChg>
        <pc:picChg chg="add del mod">
          <ac:chgData name="Wabnig, Joachim (Nokia - GB/Cambridge)" userId="S::joachim.wabnig@nokia-bell-labs.com::cb18a1e1-6262-404f-8ec0-9f0f27e42127" providerId="AD" clId="Web-{9897BCB9-6028-791A-C6A1-70FD0DE53D6B}" dt="2022-07-28T10:14:44.871" v="49"/>
          <ac:picMkLst>
            <pc:docMk/>
            <pc:sldMk cId="4077441063" sldId="967"/>
            <ac:picMk id="15" creationId="{4096D02F-F639-5204-E94F-696FA57A950F}"/>
          </ac:picMkLst>
        </pc:picChg>
        <pc:picChg chg="add mod">
          <ac:chgData name="Wabnig, Joachim (Nokia - GB/Cambridge)" userId="S::joachim.wabnig@nokia-bell-labs.com::cb18a1e1-6262-404f-8ec0-9f0f27e42127" providerId="AD" clId="Web-{9897BCB9-6028-791A-C6A1-70FD0DE53D6B}" dt="2022-07-28T10:29:03.234" v="252" actId="1076"/>
          <ac:picMkLst>
            <pc:docMk/>
            <pc:sldMk cId="4077441063" sldId="967"/>
            <ac:picMk id="25" creationId="{93192DD4-360C-5464-81F5-7FC44F02134D}"/>
          </ac:picMkLst>
        </pc:picChg>
        <pc:picChg chg="add del mod">
          <ac:chgData name="Wabnig, Joachim (Nokia - GB/Cambridge)" userId="S::joachim.wabnig@nokia-bell-labs.com::cb18a1e1-6262-404f-8ec0-9f0f27e42127" providerId="AD" clId="Web-{9897BCB9-6028-791A-C6A1-70FD0DE53D6B}" dt="2022-07-28T10:26:37.931" v="229"/>
          <ac:picMkLst>
            <pc:docMk/>
            <pc:sldMk cId="4077441063" sldId="967"/>
            <ac:picMk id="1026" creationId="{00000000-0000-0000-0000-000000000000}"/>
          </ac:picMkLst>
        </pc:picChg>
        <pc:cxnChg chg="del mod topLvl">
          <ac:chgData name="Wabnig, Joachim (Nokia - GB/Cambridge)" userId="S::joachim.wabnig@nokia-bell-labs.com::cb18a1e1-6262-404f-8ec0-9f0f27e42127" providerId="AD" clId="Web-{9897BCB9-6028-791A-C6A1-70FD0DE53D6B}" dt="2022-07-28T10:26:00.727" v="221"/>
          <ac:cxnSpMkLst>
            <pc:docMk/>
            <pc:sldMk cId="4077441063" sldId="967"/>
            <ac:cxnSpMk id="10" creationId="{00000000-0000-0000-0000-000000000000}"/>
          </ac:cxnSpMkLst>
        </pc:cxnChg>
        <pc:cxnChg chg="del topLvl">
          <ac:chgData name="Wabnig, Joachim (Nokia - GB/Cambridge)" userId="S::joachim.wabnig@nokia-bell-labs.com::cb18a1e1-6262-404f-8ec0-9f0f27e42127" providerId="AD" clId="Web-{9897BCB9-6028-791A-C6A1-70FD0DE53D6B}" dt="2022-07-28T10:25:59.711" v="220"/>
          <ac:cxnSpMkLst>
            <pc:docMk/>
            <pc:sldMk cId="4077441063" sldId="967"/>
            <ac:cxnSpMk id="14" creationId="{00000000-0000-0000-0000-000000000000}"/>
          </ac:cxnSpMkLst>
        </pc:cxnChg>
        <pc:cxnChg chg="topLvl">
          <ac:chgData name="Wabnig, Joachim (Nokia - GB/Cambridge)" userId="S::joachim.wabnig@nokia-bell-labs.com::cb18a1e1-6262-404f-8ec0-9f0f27e42127" providerId="AD" clId="Web-{9897BCB9-6028-791A-C6A1-70FD0DE53D6B}" dt="2022-07-28T10:26:37.056" v="228"/>
          <ac:cxnSpMkLst>
            <pc:docMk/>
            <pc:sldMk cId="4077441063" sldId="967"/>
            <ac:cxnSpMk id="23" creationId="{00000000-0000-0000-0000-000000000000}"/>
          </ac:cxnSpMkLst>
        </pc:cxn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D688C91-4469-4084-9E76-FFE069310076}" type="doc">
      <dgm:prSet loTypeId="urn:microsoft.com/office/officeart/2005/8/layout/list1" loCatId="list" qsTypeId="urn:microsoft.com/office/officeart/2005/8/quickstyle/simple4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09AA0717-5480-46B4-BC03-E7E3AB12CF9D}">
      <dgm:prSet/>
      <dgm:spPr>
        <a:solidFill>
          <a:srgbClr val="7030A0"/>
        </a:solidFill>
      </dgm:spPr>
      <dgm:t>
        <a:bodyPr/>
        <a:lstStyle/>
        <a:p>
          <a:r>
            <a:rPr lang="en-US" dirty="0"/>
            <a:t>Assuming attacker has physical access to the qubits</a:t>
          </a:r>
        </a:p>
      </dgm:t>
    </dgm:pt>
    <dgm:pt modelId="{1F16C786-A7CC-4E7F-90C7-1B27D8F4B83E}" type="parTrans" cxnId="{BE6084F7-EA76-42AE-A7D2-1C8D976287E6}">
      <dgm:prSet/>
      <dgm:spPr/>
      <dgm:t>
        <a:bodyPr/>
        <a:lstStyle/>
        <a:p>
          <a:endParaRPr lang="en-US"/>
        </a:p>
      </dgm:t>
    </dgm:pt>
    <dgm:pt modelId="{2B88DDFF-1D36-468E-8C25-F71454BA2720}" type="sibTrans" cxnId="{BE6084F7-EA76-42AE-A7D2-1C8D976287E6}">
      <dgm:prSet/>
      <dgm:spPr/>
      <dgm:t>
        <a:bodyPr/>
        <a:lstStyle/>
        <a:p>
          <a:endParaRPr lang="en-US"/>
        </a:p>
      </dgm:t>
    </dgm:pt>
    <dgm:pt modelId="{3CEBDD52-B587-4B48-ABDE-F05E946BDDE7}">
      <dgm:prSet/>
      <dgm:spPr>
        <a:ln>
          <a:solidFill>
            <a:srgbClr val="7030A0"/>
          </a:solidFill>
        </a:ln>
      </dgm:spPr>
      <dgm:t>
        <a:bodyPr/>
        <a:lstStyle/>
        <a:p>
          <a:r>
            <a:rPr lang="en-US"/>
            <a:t>Can insert gates at any position within the circuit</a:t>
          </a:r>
        </a:p>
      </dgm:t>
    </dgm:pt>
    <dgm:pt modelId="{D08022ED-179C-4F7B-B690-6409A1907405}" type="parTrans" cxnId="{678D1C66-0F3E-4158-BCFB-BDAB2F780D84}">
      <dgm:prSet/>
      <dgm:spPr/>
      <dgm:t>
        <a:bodyPr/>
        <a:lstStyle/>
        <a:p>
          <a:endParaRPr lang="en-US"/>
        </a:p>
      </dgm:t>
    </dgm:pt>
    <dgm:pt modelId="{07B81A1B-37E6-4F48-9D7A-67FA7CDE014A}" type="sibTrans" cxnId="{678D1C66-0F3E-4158-BCFB-BDAB2F780D84}">
      <dgm:prSet/>
      <dgm:spPr/>
      <dgm:t>
        <a:bodyPr/>
        <a:lstStyle/>
        <a:p>
          <a:endParaRPr lang="en-US"/>
        </a:p>
      </dgm:t>
    </dgm:pt>
    <dgm:pt modelId="{4B5056AA-B20B-400C-B312-03F6296D9D3A}">
      <dgm:prSet/>
      <dgm:spPr>
        <a:ln>
          <a:solidFill>
            <a:srgbClr val="7030A0"/>
          </a:solidFill>
        </a:ln>
      </dgm:spPr>
      <dgm:t>
        <a:bodyPr/>
        <a:lstStyle/>
        <a:p>
          <a:r>
            <a:rPr lang="en-US"/>
            <a:t>Can see final readout of ancilla qubits and decoder output</a:t>
          </a:r>
        </a:p>
      </dgm:t>
    </dgm:pt>
    <dgm:pt modelId="{D847BE5D-7BBE-4895-BC77-75054CB7AA61}" type="parTrans" cxnId="{80F67BFD-7A1D-4303-80D9-2435AD90B115}">
      <dgm:prSet/>
      <dgm:spPr/>
      <dgm:t>
        <a:bodyPr/>
        <a:lstStyle/>
        <a:p>
          <a:endParaRPr lang="en-US"/>
        </a:p>
      </dgm:t>
    </dgm:pt>
    <dgm:pt modelId="{56CDC707-6C5E-473D-8E22-B8862BB2CCE8}" type="sibTrans" cxnId="{80F67BFD-7A1D-4303-80D9-2435AD90B115}">
      <dgm:prSet/>
      <dgm:spPr/>
      <dgm:t>
        <a:bodyPr/>
        <a:lstStyle/>
        <a:p>
          <a:endParaRPr lang="en-US"/>
        </a:p>
      </dgm:t>
    </dgm:pt>
    <dgm:pt modelId="{14D62EF7-8481-4C74-9A92-A42AF034069A}">
      <dgm:prSet/>
      <dgm:spPr>
        <a:solidFill>
          <a:srgbClr val="7030A0"/>
        </a:solidFill>
      </dgm:spPr>
      <dgm:t>
        <a:bodyPr/>
        <a:lstStyle/>
        <a:p>
          <a:r>
            <a:rPr lang="en-US" dirty="0"/>
            <a:t>Want to induce the most error into error correction algorithm</a:t>
          </a:r>
        </a:p>
      </dgm:t>
    </dgm:pt>
    <dgm:pt modelId="{EC3E51DA-F9A8-402D-B936-6EB97A007E94}" type="parTrans" cxnId="{060A3C6B-743F-4A56-A858-530A70185361}">
      <dgm:prSet/>
      <dgm:spPr/>
      <dgm:t>
        <a:bodyPr/>
        <a:lstStyle/>
        <a:p>
          <a:endParaRPr lang="en-US"/>
        </a:p>
      </dgm:t>
    </dgm:pt>
    <dgm:pt modelId="{9AE7BF60-9FF6-4D83-A1C9-DFF9CB2D9FD2}" type="sibTrans" cxnId="{060A3C6B-743F-4A56-A858-530A70185361}">
      <dgm:prSet/>
      <dgm:spPr/>
      <dgm:t>
        <a:bodyPr/>
        <a:lstStyle/>
        <a:p>
          <a:endParaRPr lang="en-US"/>
        </a:p>
      </dgm:t>
    </dgm:pt>
    <dgm:pt modelId="{ED5C66AA-D699-4D35-B2B8-2C1420FAE6FE}">
      <dgm:prSet/>
      <dgm:spPr>
        <a:ln>
          <a:solidFill>
            <a:srgbClr val="7030A0"/>
          </a:solidFill>
        </a:ln>
      </dgm:spPr>
      <dgm:t>
        <a:bodyPr/>
        <a:lstStyle/>
        <a:p>
          <a:r>
            <a:rPr lang="en-US" dirty="0"/>
            <a:t>Wrong suggestion from decoder</a:t>
          </a:r>
        </a:p>
      </dgm:t>
    </dgm:pt>
    <dgm:pt modelId="{F7D8DF11-495A-4A1F-8844-A4F9212F829F}" type="parTrans" cxnId="{715AAD53-E8B5-4986-934B-B85DB4913C36}">
      <dgm:prSet/>
      <dgm:spPr/>
      <dgm:t>
        <a:bodyPr/>
        <a:lstStyle/>
        <a:p>
          <a:endParaRPr lang="en-US"/>
        </a:p>
      </dgm:t>
    </dgm:pt>
    <dgm:pt modelId="{59ACDB1D-2D8C-4DDF-8995-D75CFD4EEB25}" type="sibTrans" cxnId="{715AAD53-E8B5-4986-934B-B85DB4913C36}">
      <dgm:prSet/>
      <dgm:spPr/>
      <dgm:t>
        <a:bodyPr/>
        <a:lstStyle/>
        <a:p>
          <a:endParaRPr lang="en-US"/>
        </a:p>
      </dgm:t>
    </dgm:pt>
    <dgm:pt modelId="{0845EBE4-D8CF-460D-BC41-F48D81E078A3}">
      <dgm:prSet/>
      <dgm:spPr>
        <a:ln>
          <a:solidFill>
            <a:srgbClr val="7030A0"/>
          </a:solidFill>
        </a:ln>
      </dgm:spPr>
      <dgm:t>
        <a:bodyPr/>
        <a:lstStyle/>
        <a:p>
          <a:r>
            <a:rPr lang="en-US" dirty="0"/>
            <a:t>Wrong qubits identified as erroneous, et cetera.</a:t>
          </a:r>
        </a:p>
      </dgm:t>
    </dgm:pt>
    <dgm:pt modelId="{519D476B-5C88-4303-864F-0C065C42BD9A}" type="parTrans" cxnId="{C5B0CC5F-2FC6-455A-B547-333B96AA58BB}">
      <dgm:prSet/>
      <dgm:spPr/>
      <dgm:t>
        <a:bodyPr/>
        <a:lstStyle/>
        <a:p>
          <a:endParaRPr lang="en-US"/>
        </a:p>
      </dgm:t>
    </dgm:pt>
    <dgm:pt modelId="{C1D47D70-018A-4928-AF5B-C345E2788DB5}" type="sibTrans" cxnId="{C5B0CC5F-2FC6-455A-B547-333B96AA58BB}">
      <dgm:prSet/>
      <dgm:spPr/>
      <dgm:t>
        <a:bodyPr/>
        <a:lstStyle/>
        <a:p>
          <a:endParaRPr lang="en-US"/>
        </a:p>
      </dgm:t>
    </dgm:pt>
    <dgm:pt modelId="{3340D7DE-066A-4752-815C-1DCF21399F72}" type="pres">
      <dgm:prSet presAssocID="{6D688C91-4469-4084-9E76-FFE069310076}" presName="linear" presStyleCnt="0">
        <dgm:presLayoutVars>
          <dgm:dir/>
          <dgm:animLvl val="lvl"/>
          <dgm:resizeHandles val="exact"/>
        </dgm:presLayoutVars>
      </dgm:prSet>
      <dgm:spPr/>
    </dgm:pt>
    <dgm:pt modelId="{F30714B0-D9CA-4A32-BF51-6CD754E0CF72}" type="pres">
      <dgm:prSet presAssocID="{09AA0717-5480-46B4-BC03-E7E3AB12CF9D}" presName="parentLin" presStyleCnt="0"/>
      <dgm:spPr/>
    </dgm:pt>
    <dgm:pt modelId="{D3F667BB-7D0F-4332-BC10-A3B35D7CECCC}" type="pres">
      <dgm:prSet presAssocID="{09AA0717-5480-46B4-BC03-E7E3AB12CF9D}" presName="parentLeftMargin" presStyleLbl="node1" presStyleIdx="0" presStyleCnt="2"/>
      <dgm:spPr/>
    </dgm:pt>
    <dgm:pt modelId="{20221C54-E907-454A-BF80-26941CD3D37B}" type="pres">
      <dgm:prSet presAssocID="{09AA0717-5480-46B4-BC03-E7E3AB12CF9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7183376-FCCC-4AAB-94E7-D221153A7324}" type="pres">
      <dgm:prSet presAssocID="{09AA0717-5480-46B4-BC03-E7E3AB12CF9D}" presName="negativeSpace" presStyleCnt="0"/>
      <dgm:spPr/>
    </dgm:pt>
    <dgm:pt modelId="{72D03702-09FA-4B4C-AB85-930316420939}" type="pres">
      <dgm:prSet presAssocID="{09AA0717-5480-46B4-BC03-E7E3AB12CF9D}" presName="childText" presStyleLbl="conFgAcc1" presStyleIdx="0" presStyleCnt="2">
        <dgm:presLayoutVars>
          <dgm:bulletEnabled val="1"/>
        </dgm:presLayoutVars>
      </dgm:prSet>
      <dgm:spPr/>
    </dgm:pt>
    <dgm:pt modelId="{0B447647-26B0-4B04-BA9A-33200813FB5F}" type="pres">
      <dgm:prSet presAssocID="{2B88DDFF-1D36-468E-8C25-F71454BA2720}" presName="spaceBetweenRectangles" presStyleCnt="0"/>
      <dgm:spPr/>
    </dgm:pt>
    <dgm:pt modelId="{6C697755-1B17-4DD4-BFE9-8EB1BAB96F12}" type="pres">
      <dgm:prSet presAssocID="{14D62EF7-8481-4C74-9A92-A42AF034069A}" presName="parentLin" presStyleCnt="0"/>
      <dgm:spPr/>
    </dgm:pt>
    <dgm:pt modelId="{66AB34C7-7535-4B4B-898B-7B50F84CDCB3}" type="pres">
      <dgm:prSet presAssocID="{14D62EF7-8481-4C74-9A92-A42AF034069A}" presName="parentLeftMargin" presStyleLbl="node1" presStyleIdx="0" presStyleCnt="2"/>
      <dgm:spPr/>
    </dgm:pt>
    <dgm:pt modelId="{DC659112-BC06-4D4E-82ED-000E04F8F625}" type="pres">
      <dgm:prSet presAssocID="{14D62EF7-8481-4C74-9A92-A42AF034069A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C6789194-755C-4EEA-99B0-1DF3C1925875}" type="pres">
      <dgm:prSet presAssocID="{14D62EF7-8481-4C74-9A92-A42AF034069A}" presName="negativeSpace" presStyleCnt="0"/>
      <dgm:spPr/>
    </dgm:pt>
    <dgm:pt modelId="{7DACB176-C231-4A3E-BFBD-3AF513930072}" type="pres">
      <dgm:prSet presAssocID="{14D62EF7-8481-4C74-9A92-A42AF034069A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C5B0CC5F-2FC6-455A-B547-333B96AA58BB}" srcId="{14D62EF7-8481-4C74-9A92-A42AF034069A}" destId="{0845EBE4-D8CF-460D-BC41-F48D81E078A3}" srcOrd="1" destOrd="0" parTransId="{519D476B-5C88-4303-864F-0C065C42BD9A}" sibTransId="{C1D47D70-018A-4928-AF5B-C345E2788DB5}"/>
    <dgm:cxn modelId="{678D1C66-0F3E-4158-BCFB-BDAB2F780D84}" srcId="{09AA0717-5480-46B4-BC03-E7E3AB12CF9D}" destId="{3CEBDD52-B587-4B48-ABDE-F05E946BDDE7}" srcOrd="0" destOrd="0" parTransId="{D08022ED-179C-4F7B-B690-6409A1907405}" sibTransId="{07B81A1B-37E6-4F48-9D7A-67FA7CDE014A}"/>
    <dgm:cxn modelId="{060A3C6B-743F-4A56-A858-530A70185361}" srcId="{6D688C91-4469-4084-9E76-FFE069310076}" destId="{14D62EF7-8481-4C74-9A92-A42AF034069A}" srcOrd="1" destOrd="0" parTransId="{EC3E51DA-F9A8-402D-B936-6EB97A007E94}" sibTransId="{9AE7BF60-9FF6-4D83-A1C9-DFF9CB2D9FD2}"/>
    <dgm:cxn modelId="{621DE352-3FDA-4D31-846F-FA63960C8560}" type="presOf" srcId="{ED5C66AA-D699-4D35-B2B8-2C1420FAE6FE}" destId="{7DACB176-C231-4A3E-BFBD-3AF513930072}" srcOrd="0" destOrd="0" presId="urn:microsoft.com/office/officeart/2005/8/layout/list1"/>
    <dgm:cxn modelId="{715AAD53-E8B5-4986-934B-B85DB4913C36}" srcId="{14D62EF7-8481-4C74-9A92-A42AF034069A}" destId="{ED5C66AA-D699-4D35-B2B8-2C1420FAE6FE}" srcOrd="0" destOrd="0" parTransId="{F7D8DF11-495A-4A1F-8844-A4F9212F829F}" sibTransId="{59ACDB1D-2D8C-4DDF-8995-D75CFD4EEB25}"/>
    <dgm:cxn modelId="{AD513C58-925C-4514-AD25-1CFAC6F5FDD9}" type="presOf" srcId="{0845EBE4-D8CF-460D-BC41-F48D81E078A3}" destId="{7DACB176-C231-4A3E-BFBD-3AF513930072}" srcOrd="0" destOrd="1" presId="urn:microsoft.com/office/officeart/2005/8/layout/list1"/>
    <dgm:cxn modelId="{D58DBC79-A421-48CD-92ED-A3C7420976D9}" type="presOf" srcId="{3CEBDD52-B587-4B48-ABDE-F05E946BDDE7}" destId="{72D03702-09FA-4B4C-AB85-930316420939}" srcOrd="0" destOrd="0" presId="urn:microsoft.com/office/officeart/2005/8/layout/list1"/>
    <dgm:cxn modelId="{7A65A391-6E38-401D-80E3-7E2471ABE7F9}" type="presOf" srcId="{14D62EF7-8481-4C74-9A92-A42AF034069A}" destId="{66AB34C7-7535-4B4B-898B-7B50F84CDCB3}" srcOrd="0" destOrd="0" presId="urn:microsoft.com/office/officeart/2005/8/layout/list1"/>
    <dgm:cxn modelId="{19575FC0-2715-4922-BBA1-ADBD55270003}" type="presOf" srcId="{09AA0717-5480-46B4-BC03-E7E3AB12CF9D}" destId="{D3F667BB-7D0F-4332-BC10-A3B35D7CECCC}" srcOrd="0" destOrd="0" presId="urn:microsoft.com/office/officeart/2005/8/layout/list1"/>
    <dgm:cxn modelId="{D64F12CC-2A52-45A2-9708-66B648808126}" type="presOf" srcId="{6D688C91-4469-4084-9E76-FFE069310076}" destId="{3340D7DE-066A-4752-815C-1DCF21399F72}" srcOrd="0" destOrd="0" presId="urn:microsoft.com/office/officeart/2005/8/layout/list1"/>
    <dgm:cxn modelId="{E9BC90EA-5B2E-44A7-A997-0F438D0FA6B8}" type="presOf" srcId="{14D62EF7-8481-4C74-9A92-A42AF034069A}" destId="{DC659112-BC06-4D4E-82ED-000E04F8F625}" srcOrd="1" destOrd="0" presId="urn:microsoft.com/office/officeart/2005/8/layout/list1"/>
    <dgm:cxn modelId="{BE6084F7-EA76-42AE-A7D2-1C8D976287E6}" srcId="{6D688C91-4469-4084-9E76-FFE069310076}" destId="{09AA0717-5480-46B4-BC03-E7E3AB12CF9D}" srcOrd="0" destOrd="0" parTransId="{1F16C786-A7CC-4E7F-90C7-1B27D8F4B83E}" sibTransId="{2B88DDFF-1D36-468E-8C25-F71454BA2720}"/>
    <dgm:cxn modelId="{0F4614FB-69A8-48D1-A30A-172CE509CE1B}" type="presOf" srcId="{4B5056AA-B20B-400C-B312-03F6296D9D3A}" destId="{72D03702-09FA-4B4C-AB85-930316420939}" srcOrd="0" destOrd="1" presId="urn:microsoft.com/office/officeart/2005/8/layout/list1"/>
    <dgm:cxn modelId="{E54C48FC-50B5-45F0-9648-2448F62DA3AC}" type="presOf" srcId="{09AA0717-5480-46B4-BC03-E7E3AB12CF9D}" destId="{20221C54-E907-454A-BF80-26941CD3D37B}" srcOrd="1" destOrd="0" presId="urn:microsoft.com/office/officeart/2005/8/layout/list1"/>
    <dgm:cxn modelId="{80F67BFD-7A1D-4303-80D9-2435AD90B115}" srcId="{09AA0717-5480-46B4-BC03-E7E3AB12CF9D}" destId="{4B5056AA-B20B-400C-B312-03F6296D9D3A}" srcOrd="1" destOrd="0" parTransId="{D847BE5D-7BBE-4895-BC77-75054CB7AA61}" sibTransId="{56CDC707-6C5E-473D-8E22-B8862BB2CCE8}"/>
    <dgm:cxn modelId="{A89E3DA8-37F9-446C-8E88-7F285F90A623}" type="presParOf" srcId="{3340D7DE-066A-4752-815C-1DCF21399F72}" destId="{F30714B0-D9CA-4A32-BF51-6CD754E0CF72}" srcOrd="0" destOrd="0" presId="urn:microsoft.com/office/officeart/2005/8/layout/list1"/>
    <dgm:cxn modelId="{BFB4910B-D240-4CFF-BC27-77897BB758B5}" type="presParOf" srcId="{F30714B0-D9CA-4A32-BF51-6CD754E0CF72}" destId="{D3F667BB-7D0F-4332-BC10-A3B35D7CECCC}" srcOrd="0" destOrd="0" presId="urn:microsoft.com/office/officeart/2005/8/layout/list1"/>
    <dgm:cxn modelId="{C97683A5-0811-498B-AD86-E637693C26DD}" type="presParOf" srcId="{F30714B0-D9CA-4A32-BF51-6CD754E0CF72}" destId="{20221C54-E907-454A-BF80-26941CD3D37B}" srcOrd="1" destOrd="0" presId="urn:microsoft.com/office/officeart/2005/8/layout/list1"/>
    <dgm:cxn modelId="{547D9FA8-E964-41E5-AB7F-21C12F08CB22}" type="presParOf" srcId="{3340D7DE-066A-4752-815C-1DCF21399F72}" destId="{67183376-FCCC-4AAB-94E7-D221153A7324}" srcOrd="1" destOrd="0" presId="urn:microsoft.com/office/officeart/2005/8/layout/list1"/>
    <dgm:cxn modelId="{7385755B-C8DA-4ACA-9479-404C674F4C66}" type="presParOf" srcId="{3340D7DE-066A-4752-815C-1DCF21399F72}" destId="{72D03702-09FA-4B4C-AB85-930316420939}" srcOrd="2" destOrd="0" presId="urn:microsoft.com/office/officeart/2005/8/layout/list1"/>
    <dgm:cxn modelId="{7123CF16-581F-4AF8-8E6F-1BEB1CFDB33D}" type="presParOf" srcId="{3340D7DE-066A-4752-815C-1DCF21399F72}" destId="{0B447647-26B0-4B04-BA9A-33200813FB5F}" srcOrd="3" destOrd="0" presId="urn:microsoft.com/office/officeart/2005/8/layout/list1"/>
    <dgm:cxn modelId="{36E020A5-7078-4F04-8346-FBA18F95AE44}" type="presParOf" srcId="{3340D7DE-066A-4752-815C-1DCF21399F72}" destId="{6C697755-1B17-4DD4-BFE9-8EB1BAB96F12}" srcOrd="4" destOrd="0" presId="urn:microsoft.com/office/officeart/2005/8/layout/list1"/>
    <dgm:cxn modelId="{0FDFD540-6D63-4B60-9C8F-161229D15744}" type="presParOf" srcId="{6C697755-1B17-4DD4-BFE9-8EB1BAB96F12}" destId="{66AB34C7-7535-4B4B-898B-7B50F84CDCB3}" srcOrd="0" destOrd="0" presId="urn:microsoft.com/office/officeart/2005/8/layout/list1"/>
    <dgm:cxn modelId="{C67E87D1-2335-4025-881D-8259DE0D2820}" type="presParOf" srcId="{6C697755-1B17-4DD4-BFE9-8EB1BAB96F12}" destId="{DC659112-BC06-4D4E-82ED-000E04F8F625}" srcOrd="1" destOrd="0" presId="urn:microsoft.com/office/officeart/2005/8/layout/list1"/>
    <dgm:cxn modelId="{C6BF7808-4A80-45B8-A1F3-9481ADEC9D3F}" type="presParOf" srcId="{3340D7DE-066A-4752-815C-1DCF21399F72}" destId="{C6789194-755C-4EEA-99B0-1DF3C1925875}" srcOrd="5" destOrd="0" presId="urn:microsoft.com/office/officeart/2005/8/layout/list1"/>
    <dgm:cxn modelId="{3936D5D2-C01A-4C6F-977F-6F61B0140F72}" type="presParOf" srcId="{3340D7DE-066A-4752-815C-1DCF21399F72}" destId="{7DACB176-C231-4A3E-BFBD-3AF513930072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D03702-09FA-4B4C-AB85-930316420939}">
      <dsp:nvSpPr>
        <dsp:cNvPr id="0" name=""/>
        <dsp:cNvSpPr/>
      </dsp:nvSpPr>
      <dsp:spPr>
        <a:xfrm>
          <a:off x="0" y="1031683"/>
          <a:ext cx="11458936" cy="13403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rgbClr val="7030A0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341" tIns="479044" rIns="889341" bIns="163576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Can insert gates at any position within the circuit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Can see final readout of ancilla qubits and decoder output</a:t>
          </a:r>
        </a:p>
      </dsp:txBody>
      <dsp:txXfrm>
        <a:off x="0" y="1031683"/>
        <a:ext cx="11458936" cy="1340325"/>
      </dsp:txXfrm>
    </dsp:sp>
    <dsp:sp modelId="{20221C54-E907-454A-BF80-26941CD3D37B}">
      <dsp:nvSpPr>
        <dsp:cNvPr id="0" name=""/>
        <dsp:cNvSpPr/>
      </dsp:nvSpPr>
      <dsp:spPr>
        <a:xfrm>
          <a:off x="572946" y="692203"/>
          <a:ext cx="8021255" cy="678960"/>
        </a:xfrm>
        <a:prstGeom prst="roundRect">
          <a:avLst/>
        </a:prstGeom>
        <a:solidFill>
          <a:srgbClr val="7030A0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3184" tIns="0" rIns="303184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Assuming attacker has physical access to the qubits</a:t>
          </a:r>
        </a:p>
      </dsp:txBody>
      <dsp:txXfrm>
        <a:off x="606090" y="725347"/>
        <a:ext cx="7954967" cy="612672"/>
      </dsp:txXfrm>
    </dsp:sp>
    <dsp:sp modelId="{7DACB176-C231-4A3E-BFBD-3AF513930072}">
      <dsp:nvSpPr>
        <dsp:cNvPr id="0" name=""/>
        <dsp:cNvSpPr/>
      </dsp:nvSpPr>
      <dsp:spPr>
        <a:xfrm>
          <a:off x="0" y="2835688"/>
          <a:ext cx="11458936" cy="13403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rgbClr val="7030A0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341" tIns="479044" rIns="889341" bIns="163576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Wrong suggestion from decoder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Wrong qubits identified as erroneous, et cetera.</a:t>
          </a:r>
        </a:p>
      </dsp:txBody>
      <dsp:txXfrm>
        <a:off x="0" y="2835688"/>
        <a:ext cx="11458936" cy="1340325"/>
      </dsp:txXfrm>
    </dsp:sp>
    <dsp:sp modelId="{DC659112-BC06-4D4E-82ED-000E04F8F625}">
      <dsp:nvSpPr>
        <dsp:cNvPr id="0" name=""/>
        <dsp:cNvSpPr/>
      </dsp:nvSpPr>
      <dsp:spPr>
        <a:xfrm>
          <a:off x="572946" y="2496208"/>
          <a:ext cx="8021255" cy="678960"/>
        </a:xfrm>
        <a:prstGeom prst="roundRect">
          <a:avLst/>
        </a:prstGeom>
        <a:solidFill>
          <a:srgbClr val="7030A0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3184" tIns="0" rIns="303184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Want to induce the most error into error correction algorithm</a:t>
          </a:r>
        </a:p>
      </dsp:txBody>
      <dsp:txXfrm>
        <a:off x="606090" y="2529352"/>
        <a:ext cx="7954967" cy="6126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63B6F6-59BE-B04F-8F75-D4D9D949715C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135985-8CB4-954D-8961-41BF2DAFB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254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caslab.io/" TargetMode="Externa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caslab.io/" TargetMode="External"/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caslab.io/" TargetMode="External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caslab.io/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hyperlink" Target="https://caslab.io/" TargetMode="Externa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caslab.io/" TargetMode="Externa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caslab.io/" TargetMode="External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caslab.io/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caslab.io/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Generic CASLAB w/o Q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1" y="2986082"/>
            <a:ext cx="10866474" cy="612648"/>
          </a:xfrm>
          <a:prstGeom prst="rect">
            <a:avLst/>
          </a:prstGeom>
          <a:solidFill>
            <a:srgbClr val="154F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0" dirty="0"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0" y="2984876"/>
            <a:ext cx="9656064" cy="615059"/>
          </a:xfrm>
        </p:spPr>
        <p:txBody>
          <a:bodyPr>
            <a:normAutofit/>
          </a:bodyPr>
          <a:lstStyle>
            <a:lvl1pPr algn="ctr">
              <a:defRPr sz="2800" b="1" baseline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defRPr>
            </a:lvl1pPr>
          </a:lstStyle>
          <a:p>
            <a:r>
              <a:rPr lang="en-US" dirty="0"/>
              <a:t>GENERIC CASLAB Title Style w/o QR Code</a:t>
            </a:r>
          </a:p>
        </p:txBody>
      </p:sp>
      <p:sp>
        <p:nvSpPr>
          <p:cNvPr id="9" name="Rectangle 8"/>
          <p:cNvSpPr/>
          <p:nvPr userDrawn="1"/>
        </p:nvSpPr>
        <p:spPr>
          <a:xfrm rot="1092354">
            <a:off x="9688747" y="3040493"/>
            <a:ext cx="1596436" cy="11748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0" dirty="0"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14" name="Rectangle 13"/>
          <p:cNvSpPr/>
          <p:nvPr userDrawn="1"/>
        </p:nvSpPr>
        <p:spPr>
          <a:xfrm rot="1048185">
            <a:off x="9800837" y="3050252"/>
            <a:ext cx="1425034" cy="9679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0" dirty="0">
              <a:latin typeface="Roboto" charset="0"/>
              <a:ea typeface="Roboto" charset="0"/>
              <a:cs typeface="Roboto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855818" y="2505546"/>
            <a:ext cx="2067486" cy="20574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101" y="6176963"/>
            <a:ext cx="603971" cy="601025"/>
          </a:xfrm>
          <a:prstGeom prst="rect">
            <a:avLst/>
          </a:prstGeom>
        </p:spPr>
      </p:pic>
      <p:sp>
        <p:nvSpPr>
          <p:cNvPr id="11" name="Footer Placeholder 4"/>
          <p:cNvSpPr txBox="1">
            <a:spLocks/>
          </p:cNvSpPr>
          <p:nvPr userDrawn="1"/>
        </p:nvSpPr>
        <p:spPr>
          <a:xfrm>
            <a:off x="363745" y="6177591"/>
            <a:ext cx="1969934" cy="6003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 kern="1200">
                <a:solidFill>
                  <a:srgbClr val="00346B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</a:rPr>
              <a:t>Computer Architecture</a:t>
            </a:r>
          </a:p>
          <a:p>
            <a:r>
              <a:rPr lang="en-US" sz="800" b="1" dirty="0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</a:rPr>
              <a:t>and Security Lab (CASLAB)</a:t>
            </a:r>
          </a:p>
          <a:p>
            <a:pPr>
              <a:spcBef>
                <a:spcPts val="200"/>
              </a:spcBef>
            </a:pPr>
            <a:r>
              <a:rPr lang="en-US" sz="800" b="0" dirty="0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  <a:hlinkClick r:id="rId4"/>
              </a:rPr>
              <a:t>https://caslab.io</a:t>
            </a:r>
            <a:r>
              <a:rPr lang="en-US" sz="800" b="0" baseline="0" dirty="0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</a:rPr>
              <a:t> </a:t>
            </a:r>
            <a:endParaRPr lang="en-US" sz="800" b="0" dirty="0">
              <a:solidFill>
                <a:srgbClr val="154F90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44583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</a:defRPr>
            </a:lvl1pPr>
          </a:lstStyle>
          <a:p>
            <a:fld id="{8897CD1E-CEB3-164D-B340-6CD046ED210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17275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Generic CASLAB with Q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44583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</a:defRPr>
            </a:lvl1pPr>
          </a:lstStyle>
          <a:p>
            <a:fld id="{8897CD1E-CEB3-164D-B340-6CD046ED21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1" y="2986082"/>
            <a:ext cx="10866474" cy="612648"/>
          </a:xfrm>
          <a:prstGeom prst="rect">
            <a:avLst/>
          </a:prstGeom>
          <a:solidFill>
            <a:srgbClr val="154F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0" dirty="0"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0" y="2984876"/>
            <a:ext cx="9656064" cy="615059"/>
          </a:xfrm>
        </p:spPr>
        <p:txBody>
          <a:bodyPr>
            <a:normAutofit/>
          </a:bodyPr>
          <a:lstStyle>
            <a:lvl1pPr algn="ctr">
              <a:defRPr sz="2800" b="1" baseline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defRPr>
            </a:lvl1pPr>
          </a:lstStyle>
          <a:p>
            <a:r>
              <a:rPr lang="en-US" dirty="0"/>
              <a:t>GENERIC CASLAB Title Style with QR Code</a:t>
            </a:r>
          </a:p>
        </p:txBody>
      </p:sp>
      <p:sp>
        <p:nvSpPr>
          <p:cNvPr id="9" name="Rectangle 8"/>
          <p:cNvSpPr/>
          <p:nvPr userDrawn="1"/>
        </p:nvSpPr>
        <p:spPr>
          <a:xfrm rot="1092354">
            <a:off x="9688747" y="3040493"/>
            <a:ext cx="1596436" cy="11748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0" dirty="0"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14" name="Rectangle 13"/>
          <p:cNvSpPr/>
          <p:nvPr userDrawn="1"/>
        </p:nvSpPr>
        <p:spPr>
          <a:xfrm rot="1048185">
            <a:off x="9800837" y="3050252"/>
            <a:ext cx="1425034" cy="9679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0" dirty="0">
              <a:latin typeface="Roboto" charset="0"/>
              <a:ea typeface="Roboto" charset="0"/>
              <a:cs typeface="Roboto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855818" y="2505546"/>
            <a:ext cx="2067486" cy="2057400"/>
          </a:xfrm>
          <a:prstGeom prst="rect">
            <a:avLst/>
          </a:prstGeom>
        </p:spPr>
      </p:pic>
      <p:sp>
        <p:nvSpPr>
          <p:cNvPr id="11" name="Footer Placeholder 4"/>
          <p:cNvSpPr txBox="1">
            <a:spLocks/>
          </p:cNvSpPr>
          <p:nvPr userDrawn="1"/>
        </p:nvSpPr>
        <p:spPr>
          <a:xfrm>
            <a:off x="363745" y="6177591"/>
            <a:ext cx="1969934" cy="6003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 kern="1200">
                <a:solidFill>
                  <a:srgbClr val="00346B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</a:rPr>
              <a:t>Computer Architecture</a:t>
            </a:r>
          </a:p>
          <a:p>
            <a:r>
              <a:rPr lang="en-US" sz="800" b="1" dirty="0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</a:rPr>
              <a:t>and Security Lab (CASLAB)</a:t>
            </a:r>
          </a:p>
          <a:p>
            <a:pPr>
              <a:spcBef>
                <a:spcPts val="200"/>
              </a:spcBef>
            </a:pPr>
            <a:r>
              <a:rPr lang="en-US" sz="800" b="0" dirty="0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  <a:hlinkClick r:id="rId3"/>
              </a:rPr>
              <a:t>https://caslab.io</a:t>
            </a:r>
            <a:r>
              <a:rPr lang="en-US" sz="800" b="0" baseline="0" dirty="0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</a:rPr>
              <a:t> </a:t>
            </a:r>
            <a:endParaRPr lang="en-US" sz="800" b="0" dirty="0">
              <a:solidFill>
                <a:srgbClr val="154F90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93" y="6174484"/>
            <a:ext cx="603504" cy="603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875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QC Security w/o Q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44584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</a:defRPr>
            </a:lvl1pPr>
          </a:lstStyle>
          <a:p>
            <a:fld id="{8897CD1E-CEB3-164D-B340-6CD046ED21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2987287"/>
            <a:ext cx="9656064" cy="612648"/>
          </a:xfrm>
          <a:prstGeom prst="rect">
            <a:avLst/>
          </a:prstGeom>
          <a:solidFill>
            <a:srgbClr val="154F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0" dirty="0"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0" y="2984876"/>
            <a:ext cx="9656747" cy="615059"/>
          </a:xfrm>
        </p:spPr>
        <p:txBody>
          <a:bodyPr>
            <a:normAutofit/>
          </a:bodyPr>
          <a:lstStyle>
            <a:lvl1pPr algn="ctr">
              <a:defRPr sz="2800" b="1" baseline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defRPr>
            </a:lvl1pPr>
          </a:lstStyle>
          <a:p>
            <a:r>
              <a:rPr lang="en-US" dirty="0"/>
              <a:t>QC SECURITY Title Style w/o QR Code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101" y="6176963"/>
            <a:ext cx="603971" cy="601025"/>
          </a:xfrm>
          <a:prstGeom prst="rect">
            <a:avLst/>
          </a:prstGeom>
        </p:spPr>
      </p:pic>
      <p:sp>
        <p:nvSpPr>
          <p:cNvPr id="11" name="Footer Placeholder 4"/>
          <p:cNvSpPr txBox="1">
            <a:spLocks/>
          </p:cNvSpPr>
          <p:nvPr userDrawn="1"/>
        </p:nvSpPr>
        <p:spPr>
          <a:xfrm>
            <a:off x="363745" y="6177591"/>
            <a:ext cx="1969934" cy="6003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 kern="1200">
                <a:solidFill>
                  <a:srgbClr val="00346B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</a:rPr>
              <a:t>Computer Architecture</a:t>
            </a:r>
          </a:p>
          <a:p>
            <a:r>
              <a:rPr lang="en-US" sz="800" b="1" dirty="0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</a:rPr>
              <a:t>and Security Lab (CASLAB)</a:t>
            </a:r>
          </a:p>
          <a:p>
            <a:pPr>
              <a:spcBef>
                <a:spcPts val="200"/>
              </a:spcBef>
            </a:pPr>
            <a:r>
              <a:rPr lang="en-US" sz="800" b="0" dirty="0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  <a:hlinkClick r:id="rId3"/>
              </a:rPr>
              <a:t>https://caslab.io</a:t>
            </a:r>
            <a:r>
              <a:rPr lang="en-US" sz="800" b="0" baseline="0" dirty="0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</a:rPr>
              <a:t> </a:t>
            </a:r>
            <a:endParaRPr lang="en-US" sz="800" b="0" dirty="0">
              <a:solidFill>
                <a:srgbClr val="154F90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8939" y="2420397"/>
            <a:ext cx="2117390" cy="2053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0671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QC Security with Q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44584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</a:defRPr>
            </a:lvl1pPr>
          </a:lstStyle>
          <a:p>
            <a:fld id="{8897CD1E-CEB3-164D-B340-6CD046ED21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2987287"/>
            <a:ext cx="9656064" cy="612648"/>
          </a:xfrm>
          <a:prstGeom prst="rect">
            <a:avLst/>
          </a:prstGeom>
          <a:solidFill>
            <a:srgbClr val="154F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0" dirty="0"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0" y="2984876"/>
            <a:ext cx="9656747" cy="615059"/>
          </a:xfrm>
        </p:spPr>
        <p:txBody>
          <a:bodyPr>
            <a:normAutofit/>
          </a:bodyPr>
          <a:lstStyle>
            <a:lvl1pPr algn="ctr">
              <a:defRPr sz="2800" b="1" baseline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defRPr>
            </a:lvl1pPr>
          </a:lstStyle>
          <a:p>
            <a:r>
              <a:rPr lang="en-US" dirty="0"/>
              <a:t>QC SECURITY Title Style with QR Code</a:t>
            </a:r>
          </a:p>
        </p:txBody>
      </p:sp>
      <p:sp>
        <p:nvSpPr>
          <p:cNvPr id="11" name="Footer Placeholder 4"/>
          <p:cNvSpPr txBox="1">
            <a:spLocks/>
          </p:cNvSpPr>
          <p:nvPr userDrawn="1"/>
        </p:nvSpPr>
        <p:spPr>
          <a:xfrm>
            <a:off x="363745" y="6177591"/>
            <a:ext cx="1969934" cy="6003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 kern="1200">
                <a:solidFill>
                  <a:srgbClr val="00346B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</a:rPr>
              <a:t>Computer Architecture</a:t>
            </a:r>
          </a:p>
          <a:p>
            <a:r>
              <a:rPr lang="en-US" sz="800" b="1" dirty="0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</a:rPr>
              <a:t>and Security Lab (CASLAB)</a:t>
            </a:r>
          </a:p>
          <a:p>
            <a:pPr>
              <a:spcBef>
                <a:spcPts val="200"/>
              </a:spcBef>
            </a:pPr>
            <a:r>
              <a:rPr lang="en-US" sz="800" b="0" dirty="0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  <a:hlinkClick r:id="rId2"/>
              </a:rPr>
              <a:t>https://caslab.io</a:t>
            </a:r>
            <a:r>
              <a:rPr lang="en-US" sz="800" b="0" baseline="0" dirty="0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</a:rPr>
              <a:t> </a:t>
            </a:r>
            <a:endParaRPr lang="en-US" sz="800" b="0" dirty="0">
              <a:solidFill>
                <a:srgbClr val="154F90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8939" y="2420397"/>
            <a:ext cx="2117390" cy="205386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93" y="6174484"/>
            <a:ext cx="603504" cy="603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6891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loud FPGA w/o Q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2987287"/>
            <a:ext cx="9990034" cy="612648"/>
          </a:xfrm>
          <a:prstGeom prst="rect">
            <a:avLst/>
          </a:prstGeom>
          <a:solidFill>
            <a:srgbClr val="154F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0" dirty="0">
              <a:latin typeface="Roboto" charset="0"/>
              <a:ea typeface="Roboto" charset="0"/>
              <a:cs typeface="Roboto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3869" y="2434814"/>
            <a:ext cx="2528131" cy="2025033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44584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</a:defRPr>
            </a:lvl1pPr>
          </a:lstStyle>
          <a:p>
            <a:fld id="{8897CD1E-CEB3-164D-B340-6CD046ED21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0" y="2984876"/>
            <a:ext cx="9656747" cy="615059"/>
          </a:xfrm>
        </p:spPr>
        <p:txBody>
          <a:bodyPr>
            <a:normAutofit/>
          </a:bodyPr>
          <a:lstStyle>
            <a:lvl1pPr algn="ctr">
              <a:defRPr sz="2800" b="1" baseline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defRPr>
            </a:lvl1pPr>
          </a:lstStyle>
          <a:p>
            <a:r>
              <a:rPr lang="en-US" dirty="0"/>
              <a:t>CLOUD FPGA Title Style w/o QR Code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101" y="6176963"/>
            <a:ext cx="603971" cy="601025"/>
          </a:xfrm>
          <a:prstGeom prst="rect">
            <a:avLst/>
          </a:prstGeom>
        </p:spPr>
      </p:pic>
      <p:sp>
        <p:nvSpPr>
          <p:cNvPr id="11" name="Footer Placeholder 4"/>
          <p:cNvSpPr txBox="1">
            <a:spLocks/>
          </p:cNvSpPr>
          <p:nvPr userDrawn="1"/>
        </p:nvSpPr>
        <p:spPr>
          <a:xfrm>
            <a:off x="363745" y="6177591"/>
            <a:ext cx="1969934" cy="6003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 kern="1200">
                <a:solidFill>
                  <a:srgbClr val="00346B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</a:rPr>
              <a:t>Computer Architecture</a:t>
            </a:r>
          </a:p>
          <a:p>
            <a:r>
              <a:rPr lang="en-US" sz="800" b="1" dirty="0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</a:rPr>
              <a:t>and Security Lab (CASLAB)</a:t>
            </a:r>
          </a:p>
          <a:p>
            <a:pPr>
              <a:spcBef>
                <a:spcPts val="200"/>
              </a:spcBef>
            </a:pPr>
            <a:r>
              <a:rPr lang="en-US" sz="800" b="0" dirty="0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  <a:hlinkClick r:id="rId4"/>
              </a:rPr>
              <a:t>https://caslab.io</a:t>
            </a:r>
            <a:r>
              <a:rPr lang="en-US" sz="800" b="0" baseline="0" dirty="0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</a:rPr>
              <a:t> </a:t>
            </a:r>
            <a:endParaRPr lang="en-US" sz="800" b="0" dirty="0">
              <a:solidFill>
                <a:srgbClr val="154F90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8939" y="2599317"/>
            <a:ext cx="2117390" cy="1696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7454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loud FPGA with Q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2987287"/>
            <a:ext cx="9990034" cy="612648"/>
          </a:xfrm>
          <a:prstGeom prst="rect">
            <a:avLst/>
          </a:prstGeom>
          <a:solidFill>
            <a:srgbClr val="154F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0" dirty="0">
              <a:latin typeface="Roboto" charset="0"/>
              <a:ea typeface="Roboto" charset="0"/>
              <a:cs typeface="Roboto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3869" y="2434814"/>
            <a:ext cx="2528131" cy="2025033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44584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</a:defRPr>
            </a:lvl1pPr>
          </a:lstStyle>
          <a:p>
            <a:fld id="{8897CD1E-CEB3-164D-B340-6CD046ED21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0" y="2984876"/>
            <a:ext cx="9656747" cy="615059"/>
          </a:xfrm>
        </p:spPr>
        <p:txBody>
          <a:bodyPr>
            <a:normAutofit/>
          </a:bodyPr>
          <a:lstStyle>
            <a:lvl1pPr algn="ctr">
              <a:defRPr sz="2800" b="1" baseline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defRPr>
            </a:lvl1pPr>
          </a:lstStyle>
          <a:p>
            <a:r>
              <a:rPr lang="en-US" dirty="0"/>
              <a:t>CLOUD FPGA Title Style with QR Code</a:t>
            </a:r>
          </a:p>
        </p:txBody>
      </p:sp>
      <p:sp>
        <p:nvSpPr>
          <p:cNvPr id="11" name="Footer Placeholder 4"/>
          <p:cNvSpPr txBox="1">
            <a:spLocks/>
          </p:cNvSpPr>
          <p:nvPr userDrawn="1"/>
        </p:nvSpPr>
        <p:spPr>
          <a:xfrm>
            <a:off x="363745" y="6177591"/>
            <a:ext cx="1969934" cy="6003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 kern="1200">
                <a:solidFill>
                  <a:srgbClr val="00346B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</a:rPr>
              <a:t>Computer Architecture</a:t>
            </a:r>
          </a:p>
          <a:p>
            <a:r>
              <a:rPr lang="en-US" sz="800" b="1" dirty="0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</a:rPr>
              <a:t>and Security Lab (CASLAB)</a:t>
            </a:r>
          </a:p>
          <a:p>
            <a:pPr>
              <a:spcBef>
                <a:spcPts val="200"/>
              </a:spcBef>
            </a:pPr>
            <a:r>
              <a:rPr lang="en-US" sz="800" b="0" dirty="0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  <a:hlinkClick r:id="rId3"/>
              </a:rPr>
              <a:t>https://caslab.io</a:t>
            </a:r>
            <a:r>
              <a:rPr lang="en-US" sz="800" b="0" baseline="0" dirty="0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</a:rPr>
              <a:t> </a:t>
            </a:r>
            <a:endParaRPr lang="en-US" sz="800" b="0" dirty="0">
              <a:solidFill>
                <a:srgbClr val="154F90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8939" y="2599317"/>
            <a:ext cx="2117390" cy="169602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93" y="6174484"/>
            <a:ext cx="603504" cy="603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2944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QC w/o Q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44584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</a:defRPr>
            </a:lvl1pPr>
          </a:lstStyle>
          <a:p>
            <a:fld id="{8897CD1E-CEB3-164D-B340-6CD046ED21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2987287"/>
            <a:ext cx="9656747" cy="612648"/>
          </a:xfrm>
          <a:prstGeom prst="rect">
            <a:avLst/>
          </a:prstGeom>
          <a:solidFill>
            <a:srgbClr val="154F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0" dirty="0"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0" y="2984876"/>
            <a:ext cx="9656747" cy="615059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defRPr>
            </a:lvl1pPr>
          </a:lstStyle>
          <a:p>
            <a:r>
              <a:rPr lang="en-US" dirty="0"/>
              <a:t>PQC Title Style w/o QR Code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101" y="6176963"/>
            <a:ext cx="603971" cy="601025"/>
          </a:xfrm>
          <a:prstGeom prst="rect">
            <a:avLst/>
          </a:prstGeom>
        </p:spPr>
      </p:pic>
      <p:sp>
        <p:nvSpPr>
          <p:cNvPr id="11" name="Footer Placeholder 4"/>
          <p:cNvSpPr txBox="1">
            <a:spLocks/>
          </p:cNvSpPr>
          <p:nvPr userDrawn="1"/>
        </p:nvSpPr>
        <p:spPr>
          <a:xfrm>
            <a:off x="363745" y="6177591"/>
            <a:ext cx="1969934" cy="6003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 kern="1200">
                <a:solidFill>
                  <a:srgbClr val="00346B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</a:rPr>
              <a:t>Computer Architecture</a:t>
            </a:r>
          </a:p>
          <a:p>
            <a:r>
              <a:rPr lang="en-US" sz="800" b="1" dirty="0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</a:rPr>
              <a:t>and Security Lab (CASLAB)</a:t>
            </a:r>
          </a:p>
          <a:p>
            <a:pPr>
              <a:spcBef>
                <a:spcPts val="200"/>
              </a:spcBef>
            </a:pPr>
            <a:r>
              <a:rPr lang="en-US" sz="800" b="0" dirty="0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  <a:hlinkClick r:id="rId3"/>
              </a:rPr>
              <a:t>https://caslab.io</a:t>
            </a:r>
            <a:r>
              <a:rPr lang="en-US" sz="800" b="0" baseline="0" dirty="0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</a:rPr>
              <a:t> </a:t>
            </a:r>
            <a:endParaRPr lang="en-US" sz="800" b="0" dirty="0">
              <a:solidFill>
                <a:srgbClr val="154F90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8939" y="2420397"/>
            <a:ext cx="2117390" cy="2053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7384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QC with Q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44584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</a:defRPr>
            </a:lvl1pPr>
          </a:lstStyle>
          <a:p>
            <a:fld id="{8897CD1E-CEB3-164D-B340-6CD046ED21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2987287"/>
            <a:ext cx="9656747" cy="612648"/>
          </a:xfrm>
          <a:prstGeom prst="rect">
            <a:avLst/>
          </a:prstGeom>
          <a:solidFill>
            <a:srgbClr val="154F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0" dirty="0"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0" y="2984876"/>
            <a:ext cx="9656747" cy="615059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defRPr>
            </a:lvl1pPr>
          </a:lstStyle>
          <a:p>
            <a:r>
              <a:rPr lang="en-US" dirty="0"/>
              <a:t>PQC Title Style with QR Code</a:t>
            </a:r>
          </a:p>
        </p:txBody>
      </p:sp>
      <p:sp>
        <p:nvSpPr>
          <p:cNvPr id="11" name="Footer Placeholder 4"/>
          <p:cNvSpPr txBox="1">
            <a:spLocks/>
          </p:cNvSpPr>
          <p:nvPr userDrawn="1"/>
        </p:nvSpPr>
        <p:spPr>
          <a:xfrm>
            <a:off x="363745" y="6177591"/>
            <a:ext cx="1969934" cy="6003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 kern="1200">
                <a:solidFill>
                  <a:srgbClr val="00346B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</a:rPr>
              <a:t>Computer Architecture</a:t>
            </a:r>
          </a:p>
          <a:p>
            <a:r>
              <a:rPr lang="en-US" sz="800" b="1" dirty="0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</a:rPr>
              <a:t>and Security Lab (CASLAB)</a:t>
            </a:r>
          </a:p>
          <a:p>
            <a:pPr>
              <a:spcBef>
                <a:spcPts val="200"/>
              </a:spcBef>
            </a:pPr>
            <a:r>
              <a:rPr lang="en-US" sz="800" b="0" dirty="0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  <a:hlinkClick r:id="rId2"/>
              </a:rPr>
              <a:t>https://caslab.io</a:t>
            </a:r>
            <a:r>
              <a:rPr lang="en-US" sz="800" b="0" baseline="0" dirty="0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</a:rPr>
              <a:t> </a:t>
            </a:r>
            <a:endParaRPr lang="en-US" sz="800" b="0" dirty="0">
              <a:solidFill>
                <a:srgbClr val="154F90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8939" y="2420397"/>
            <a:ext cx="2117390" cy="205386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93" y="6174484"/>
            <a:ext cx="603504" cy="603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000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965" y="310916"/>
            <a:ext cx="10348426" cy="615059"/>
          </a:xfrm>
        </p:spPr>
        <p:txBody>
          <a:bodyPr>
            <a:normAutofit/>
          </a:bodyPr>
          <a:lstStyle>
            <a:lvl1pPr>
              <a:defRPr sz="2800" b="1" baseline="0">
                <a:solidFill>
                  <a:srgbClr val="7030A0"/>
                </a:solidFill>
                <a:latin typeface="Roboto" charset="0"/>
                <a:ea typeface="Roboto" charset="0"/>
                <a:cs typeface="Roboto" charset="0"/>
              </a:defRPr>
            </a:lvl1pPr>
          </a:lstStyle>
          <a:p>
            <a:r>
              <a:rPr lang="en-US" dirty="0"/>
              <a:t>Click to edit Outline title style w/o QR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1964" y="1308746"/>
            <a:ext cx="11458937" cy="4868217"/>
          </a:xfrm>
        </p:spPr>
        <p:txBody>
          <a:bodyPr/>
          <a:lstStyle>
            <a:lvl1pPr>
              <a:defRPr sz="2000">
                <a:latin typeface="Roboto" charset="0"/>
                <a:ea typeface="Roboto" charset="0"/>
                <a:cs typeface="Roboto" charset="0"/>
              </a:defRPr>
            </a:lvl1pPr>
            <a:lvl2pPr>
              <a:defRPr sz="1800">
                <a:latin typeface="Roboto" charset="0"/>
                <a:ea typeface="Roboto" charset="0"/>
                <a:cs typeface="Roboto" charset="0"/>
              </a:defRPr>
            </a:lvl2pPr>
            <a:lvl3pPr>
              <a:defRPr sz="1600">
                <a:latin typeface="Roboto" charset="0"/>
                <a:ea typeface="Roboto" charset="0"/>
                <a:cs typeface="Roboto" charset="0"/>
              </a:defRPr>
            </a:lvl3pPr>
            <a:lvl4pPr>
              <a:defRPr sz="1400">
                <a:latin typeface="Roboto" charset="0"/>
                <a:ea typeface="Roboto" charset="0"/>
                <a:cs typeface="Roboto" charset="0"/>
              </a:defRPr>
            </a:lvl4pPr>
            <a:lvl5pPr>
              <a:defRPr sz="1200">
                <a:latin typeface="Roboto" charset="0"/>
                <a:ea typeface="Roboto" charset="0"/>
                <a:cs typeface="Roboto" charset="0"/>
              </a:defRPr>
            </a:lvl5pPr>
          </a:lstStyle>
          <a:p>
            <a:pPr lvl="0"/>
            <a:r>
              <a:rPr lang="en-US" dirty="0"/>
              <a:t>Click to edit Outline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44584" y="6356350"/>
            <a:ext cx="2743200" cy="365125"/>
          </a:xfrm>
        </p:spPr>
        <p:txBody>
          <a:bodyPr/>
          <a:lstStyle>
            <a:lvl1pPr>
              <a:defRPr sz="1200" b="1">
                <a:solidFill>
                  <a:srgbClr val="7030A0"/>
                </a:solidFill>
                <a:latin typeface="Roboto" charset="0"/>
                <a:ea typeface="Roboto" charset="0"/>
                <a:cs typeface="Roboto" charset="0"/>
              </a:defRPr>
            </a:lvl1pPr>
          </a:lstStyle>
          <a:p>
            <a:fld id="{8897CD1E-CEB3-164D-B340-6CD046ED21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 rot="1144906">
            <a:off x="10569654" y="330936"/>
            <a:ext cx="1425034" cy="9679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0" dirty="0">
              <a:latin typeface="Roboto" charset="0"/>
              <a:ea typeface="Roboto" charset="0"/>
              <a:cs typeface="Roboto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0574" y="6176963"/>
            <a:ext cx="601025" cy="601025"/>
          </a:xfrm>
          <a:prstGeom prst="rect">
            <a:avLst/>
          </a:prstGeom>
        </p:spPr>
      </p:pic>
      <p:sp>
        <p:nvSpPr>
          <p:cNvPr id="9" name="Footer Placeholder 4"/>
          <p:cNvSpPr txBox="1">
            <a:spLocks/>
          </p:cNvSpPr>
          <p:nvPr userDrawn="1"/>
        </p:nvSpPr>
        <p:spPr>
          <a:xfrm>
            <a:off x="512830" y="6177591"/>
            <a:ext cx="1969934" cy="6003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 kern="1200">
                <a:solidFill>
                  <a:srgbClr val="00346B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0" dirty="0">
                <a:solidFill>
                  <a:srgbClr val="7030A0"/>
                </a:solidFill>
                <a:latin typeface="Roboto" charset="0"/>
                <a:ea typeface="Roboto" charset="0"/>
                <a:cs typeface="Roboto" charset="0"/>
              </a:rPr>
              <a:t>Computer Architecture</a:t>
            </a:r>
          </a:p>
          <a:p>
            <a:pPr algn="ctr"/>
            <a:r>
              <a:rPr lang="en-US" sz="1000" b="0" dirty="0">
                <a:solidFill>
                  <a:srgbClr val="7030A0"/>
                </a:solidFill>
                <a:latin typeface="Roboto" charset="0"/>
                <a:ea typeface="Roboto" charset="0"/>
                <a:cs typeface="Roboto" charset="0"/>
              </a:rPr>
              <a:t>and Security Lab (CASLAB)</a:t>
            </a:r>
          </a:p>
        </p:txBody>
      </p:sp>
      <p:pic>
        <p:nvPicPr>
          <p:cNvPr id="5" name="Picture 4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DAF8E427-59B9-AF8B-CEAE-3EFF5D70A9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482764" y="6247839"/>
            <a:ext cx="1758463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950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965" y="310916"/>
            <a:ext cx="10348426" cy="615059"/>
          </a:xfrm>
        </p:spPr>
        <p:txBody>
          <a:bodyPr>
            <a:normAutofit/>
          </a:bodyPr>
          <a:lstStyle>
            <a:lvl1pPr>
              <a:defRPr sz="2800" b="1" baseline="0">
                <a:solidFill>
                  <a:srgbClr val="19518E"/>
                </a:solidFill>
                <a:latin typeface="Roboto" charset="0"/>
                <a:ea typeface="Roboto" charset="0"/>
                <a:cs typeface="Roboto" charset="0"/>
              </a:defRPr>
            </a:lvl1pPr>
          </a:lstStyle>
          <a:p>
            <a:r>
              <a:rPr lang="en-US" dirty="0"/>
              <a:t>Click to edit Outline title style with QR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1964" y="1308746"/>
            <a:ext cx="11458937" cy="4868217"/>
          </a:xfrm>
        </p:spPr>
        <p:txBody>
          <a:bodyPr/>
          <a:lstStyle>
            <a:lvl1pPr>
              <a:defRPr sz="2000">
                <a:latin typeface="Roboto" charset="0"/>
                <a:ea typeface="Roboto" charset="0"/>
                <a:cs typeface="Roboto" charset="0"/>
              </a:defRPr>
            </a:lvl1pPr>
            <a:lvl2pPr>
              <a:defRPr sz="1800">
                <a:latin typeface="Roboto" charset="0"/>
                <a:ea typeface="Roboto" charset="0"/>
                <a:cs typeface="Roboto" charset="0"/>
              </a:defRPr>
            </a:lvl2pPr>
            <a:lvl3pPr>
              <a:defRPr sz="1600">
                <a:latin typeface="Roboto" charset="0"/>
                <a:ea typeface="Roboto" charset="0"/>
                <a:cs typeface="Roboto" charset="0"/>
              </a:defRPr>
            </a:lvl3pPr>
            <a:lvl4pPr>
              <a:defRPr sz="1400">
                <a:latin typeface="Roboto" charset="0"/>
                <a:ea typeface="Roboto" charset="0"/>
                <a:cs typeface="Roboto" charset="0"/>
              </a:defRPr>
            </a:lvl4pPr>
            <a:lvl5pPr>
              <a:defRPr sz="1200">
                <a:latin typeface="Roboto" charset="0"/>
                <a:ea typeface="Roboto" charset="0"/>
                <a:cs typeface="Roboto" charset="0"/>
              </a:defRPr>
            </a:lvl5pPr>
          </a:lstStyle>
          <a:p>
            <a:pPr lvl="0"/>
            <a:r>
              <a:rPr lang="en-US" dirty="0"/>
              <a:t>Click to edit Outline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44584" y="6356350"/>
            <a:ext cx="2743200" cy="365125"/>
          </a:xfrm>
        </p:spPr>
        <p:txBody>
          <a:bodyPr/>
          <a:lstStyle>
            <a:lvl1pPr>
              <a:defRPr sz="1200" b="1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</a:defRPr>
            </a:lvl1pPr>
          </a:lstStyle>
          <a:p>
            <a:fld id="{8897CD1E-CEB3-164D-B340-6CD046ED21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 rot="1144906">
            <a:off x="10569654" y="330936"/>
            <a:ext cx="1425034" cy="9679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0" dirty="0"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9" name="Footer Placeholder 4"/>
          <p:cNvSpPr txBox="1">
            <a:spLocks/>
          </p:cNvSpPr>
          <p:nvPr userDrawn="1"/>
        </p:nvSpPr>
        <p:spPr>
          <a:xfrm>
            <a:off x="363745" y="6177591"/>
            <a:ext cx="1969934" cy="6003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 kern="1200">
                <a:solidFill>
                  <a:srgbClr val="00346B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</a:rPr>
              <a:t>Computer Architecture</a:t>
            </a:r>
          </a:p>
          <a:p>
            <a:r>
              <a:rPr lang="en-US" sz="800" b="1" dirty="0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</a:rPr>
              <a:t>and Security Lab (CASLAB)</a:t>
            </a:r>
          </a:p>
          <a:p>
            <a:pPr>
              <a:spcBef>
                <a:spcPts val="200"/>
              </a:spcBef>
            </a:pPr>
            <a:r>
              <a:rPr lang="en-US" sz="800" b="0" dirty="0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  <a:hlinkClick r:id="rId2"/>
              </a:rPr>
              <a:t>https://caslab.io</a:t>
            </a:r>
            <a:r>
              <a:rPr lang="en-US" sz="800" b="0" baseline="0" dirty="0">
                <a:solidFill>
                  <a:srgbClr val="154F90"/>
                </a:solidFill>
                <a:latin typeface="Roboto" charset="0"/>
                <a:ea typeface="Roboto" charset="0"/>
                <a:cs typeface="Roboto" charset="0"/>
              </a:rPr>
              <a:t> </a:t>
            </a:r>
            <a:endParaRPr lang="en-US" sz="800" b="0" dirty="0">
              <a:solidFill>
                <a:srgbClr val="154F90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93" y="6174484"/>
            <a:ext cx="603504" cy="603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565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Outline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Outline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Roboto" charset="0"/>
                <a:ea typeface="Roboto" charset="0"/>
                <a:cs typeface="Roboto" charset="0"/>
              </a:defRPr>
            </a:lvl1pPr>
          </a:lstStyle>
          <a:p>
            <a:fld id="{56C4EFE6-3655-824F-B66A-BD0EF53C6E08}" type="datetime1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Roboto" charset="0"/>
                <a:ea typeface="Roboto" charset="0"/>
                <a:cs typeface="Roboto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Roboto" charset="0"/>
                <a:ea typeface="Roboto" charset="0"/>
                <a:cs typeface="Roboto" charset="0"/>
              </a:defRPr>
            </a:lvl1pPr>
          </a:lstStyle>
          <a:p>
            <a:fld id="{8897CD1E-CEB3-164D-B340-6CD046ED21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51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5" r:id="rId1"/>
    <p:sldLayoutId id="2147484190" r:id="rId2"/>
    <p:sldLayoutId id="2147484187" r:id="rId3"/>
    <p:sldLayoutId id="2147484191" r:id="rId4"/>
    <p:sldLayoutId id="2147484188" r:id="rId5"/>
    <p:sldLayoutId id="2147484192" r:id="rId6"/>
    <p:sldLayoutId id="2147484189" r:id="rId7"/>
    <p:sldLayoutId id="2147484193" r:id="rId8"/>
    <p:sldLayoutId id="2147484176" r:id="rId9"/>
    <p:sldLayoutId id="2147484194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F2081-5E85-2215-B668-82188C3F31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9790" y="1239172"/>
            <a:ext cx="8531171" cy="2120253"/>
          </a:xfrm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en-US" sz="6000" b="1" dirty="0">
                <a:solidFill>
                  <a:srgbClr val="7030A0"/>
                </a:solidFill>
              </a:rPr>
              <a:t>Secure</a:t>
            </a:r>
          </a:p>
          <a:p>
            <a:pPr marL="0" indent="0">
              <a:buNone/>
            </a:pPr>
            <a:r>
              <a:rPr lang="en-US" sz="6000" b="1" dirty="0"/>
              <a:t>Quantum Computing</a:t>
            </a:r>
            <a:endParaRPr lang="en-US" sz="2400" b="1" dirty="0">
              <a:solidFill>
                <a:schemeClr val="bg1"/>
              </a:solidFill>
              <a:highlight>
                <a:srgbClr val="7030A0"/>
              </a:highlight>
            </a:endParaRPr>
          </a:p>
          <a:p>
            <a:pPr marL="0" indent="0" algn="r">
              <a:buNone/>
            </a:pPr>
            <a:endParaRPr lang="en-US" sz="2400" b="1" dirty="0">
              <a:solidFill>
                <a:schemeClr val="bg1"/>
              </a:solidFill>
              <a:highlight>
                <a:srgbClr val="7030A0"/>
              </a:highlight>
            </a:endParaRPr>
          </a:p>
          <a:p>
            <a:pPr marL="0" indent="0" algn="r">
              <a:buNone/>
            </a:pPr>
            <a:r>
              <a:rPr lang="en-US" sz="2400" b="1" dirty="0">
                <a:solidFill>
                  <a:schemeClr val="bg1"/>
                </a:solidFill>
                <a:highlight>
                  <a:srgbClr val="7030A0"/>
                </a:highlight>
              </a:rPr>
              <a:t>FTQC-1-B-4b: Fault Injection on Error Correction Algorithm</a:t>
            </a:r>
          </a:p>
          <a:p>
            <a:pPr marL="0" indent="0" algn="r">
              <a:buNone/>
            </a:pPr>
            <a:endParaRPr lang="en-US" sz="2400" b="1" dirty="0">
              <a:solidFill>
                <a:schemeClr val="bg1"/>
              </a:solidFill>
              <a:highlight>
                <a:srgbClr val="7030A0"/>
              </a:highlight>
            </a:endParaRPr>
          </a:p>
          <a:p>
            <a:pPr marL="0" indent="0" algn="r">
              <a:buNone/>
            </a:pPr>
            <a:r>
              <a:rPr lang="en-US" sz="2400" b="1" dirty="0">
                <a:solidFill>
                  <a:schemeClr val="bg1"/>
                </a:solidFill>
                <a:highlight>
                  <a:srgbClr val="7030A0"/>
                </a:highlight>
              </a:rPr>
              <a:t>Jeremiah Woods</a:t>
            </a:r>
          </a:p>
          <a:p>
            <a:pPr marL="0" indent="0" algn="r">
              <a:buNone/>
            </a:pPr>
            <a:endParaRPr lang="en-US" sz="2400" b="1" dirty="0">
              <a:solidFill>
                <a:schemeClr val="bg1"/>
              </a:solidFill>
              <a:highlight>
                <a:srgbClr val="7030A0"/>
              </a:highlight>
            </a:endParaRPr>
          </a:p>
          <a:p>
            <a:pPr marL="0" indent="0" algn="r">
              <a:buNone/>
            </a:pPr>
            <a:r>
              <a:rPr lang="en-US" sz="2400" b="1" dirty="0">
                <a:solidFill>
                  <a:schemeClr val="bg1"/>
                </a:solidFill>
                <a:highlight>
                  <a:srgbClr val="7030A0"/>
                </a:highlight>
              </a:rPr>
              <a:t>May 28</a:t>
            </a:r>
            <a:r>
              <a:rPr lang="en-US" sz="2400" b="1" baseline="30000" dirty="0">
                <a:solidFill>
                  <a:schemeClr val="bg1"/>
                </a:solidFill>
                <a:highlight>
                  <a:srgbClr val="7030A0"/>
                </a:highlight>
              </a:rPr>
              <a:t>th</a:t>
            </a:r>
            <a:r>
              <a:rPr lang="en-US" sz="2400" b="1" dirty="0">
                <a:solidFill>
                  <a:schemeClr val="bg1"/>
                </a:solidFill>
                <a:highlight>
                  <a:srgbClr val="7030A0"/>
                </a:highlight>
              </a:rPr>
              <a:t>, 2026</a:t>
            </a:r>
            <a:endParaRPr lang="en-US" sz="2400" b="1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490573-E154-82F7-4499-C3785F4C2007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860" y="1252486"/>
            <a:ext cx="2117390" cy="2053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451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35F8A-B8FC-42DC-E065-49F249CE0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Fault Injection on Error Correction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50907-9163-2DFF-A577-F2760DB44C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Simulating QEC algorithms’ response to various injected faults</a:t>
            </a:r>
          </a:p>
          <a:p>
            <a:pPr lvl="1"/>
            <a:r>
              <a:rPr lang="en-US" dirty="0"/>
              <a:t>Using a rotated distance—3 surface code, injecting error directly after various gate operations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97BC31-AED4-239E-BE02-F2B782623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7CD1E-CEB3-164D-B340-6CD046ED2103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B1B791E5-FF9D-8D23-44FC-4BD3924ED0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397" t="14315" r="1441" b="46015"/>
          <a:stretch>
            <a:fillRect/>
          </a:stretch>
        </p:blipFill>
        <p:spPr bwMode="auto">
          <a:xfrm>
            <a:off x="1995055" y="2099592"/>
            <a:ext cx="7932716" cy="3930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4830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35F8A-B8FC-42DC-E065-49F249CE0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Threat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97BC31-AED4-239E-BE02-F2B782623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7CD1E-CEB3-164D-B340-6CD046ED2103}" type="slidenum">
              <a:rPr lang="en-US" smtClean="0"/>
              <a:pPr/>
              <a:t>3</a:t>
            </a:fld>
            <a:endParaRPr lang="en-US" dirty="0"/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C3C11206-6C1F-6DF5-C039-877ACD4EEC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2772718"/>
              </p:ext>
            </p:extLst>
          </p:nvPr>
        </p:nvGraphicFramePr>
        <p:xfrm>
          <a:off x="381965" y="925975"/>
          <a:ext cx="11458937" cy="4868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40086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35F8A-B8FC-42DC-E065-49F249CE0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50907-9163-2DFF-A577-F2760DB44C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Currently 3 </a:t>
            </a:r>
            <a:r>
              <a:rPr lang="en-US" dirty="0" err="1"/>
              <a:t>Jupyter</a:t>
            </a:r>
            <a:r>
              <a:rPr lang="en-US" dirty="0"/>
              <a:t> notebooks</a:t>
            </a:r>
          </a:p>
          <a:p>
            <a:pPr lvl="1"/>
            <a:r>
              <a:rPr lang="en-US" dirty="0"/>
              <a:t>First has a base </a:t>
            </a:r>
            <a:r>
              <a:rPr lang="en-US" dirty="0" err="1"/>
              <a:t>Qiskit</a:t>
            </a:r>
            <a:r>
              <a:rPr lang="en-US" dirty="0"/>
              <a:t> implementation (</a:t>
            </a:r>
            <a:r>
              <a:rPr lang="en-US" dirty="0" err="1"/>
              <a:t>qiskit-qec</a:t>
            </a:r>
            <a:r>
              <a:rPr lang="en-US" dirty="0"/>
              <a:t>) to confirm circuit design</a:t>
            </a:r>
          </a:p>
          <a:p>
            <a:pPr lvl="2"/>
            <a:r>
              <a:rPr lang="en-US" dirty="0"/>
              <a:t>Z-basis, encoding a logical 0</a:t>
            </a:r>
          </a:p>
          <a:p>
            <a:pPr lvl="1"/>
            <a:r>
              <a:rPr lang="en-US" dirty="0"/>
              <a:t>Second has the same circuit designed using Stim (1% gate error, 1% measurement error)</a:t>
            </a:r>
          </a:p>
          <a:p>
            <a:pPr lvl="2"/>
            <a:r>
              <a:rPr lang="en-US" dirty="0"/>
              <a:t>Depolarizing noise inserted after each gate</a:t>
            </a:r>
          </a:p>
          <a:p>
            <a:pPr lvl="1"/>
            <a:r>
              <a:rPr lang="en-US" dirty="0"/>
              <a:t>Third has the same circuit as the second</a:t>
            </a:r>
          </a:p>
          <a:p>
            <a:pPr lvl="2"/>
            <a:r>
              <a:rPr lang="en-US" dirty="0"/>
              <a:t>Pauli Twirling noise inserted after each gate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97BC31-AED4-239E-BE02-F2B782623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7CD1E-CEB3-164D-B340-6CD046ED2103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2056" name="Picture 8">
            <a:extLst>
              <a:ext uri="{FF2B5EF4-FFF2-40B4-BE49-F238E27FC236}">
                <a16:creationId xmlns:a16="http://schemas.microsoft.com/office/drawing/2014/main" id="{9CC9F349-6FE1-4126-881F-CDA10FDFD3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0682" y="2544076"/>
            <a:ext cx="4790902" cy="4015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8876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35F8A-B8FC-42DC-E065-49F249CE0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/ Evaluation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50907-9163-2DFF-A577-F2760DB44C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Planned to use </a:t>
            </a:r>
            <a:r>
              <a:rPr lang="en-US" dirty="0" err="1"/>
              <a:t>qiskit-qec</a:t>
            </a:r>
            <a:r>
              <a:rPr lang="en-US" dirty="0"/>
              <a:t> for all testing</a:t>
            </a:r>
          </a:p>
          <a:p>
            <a:pPr lvl="1"/>
            <a:r>
              <a:rPr lang="en-US" dirty="0"/>
              <a:t>Many API features are deprecated and broken, specifically decoders</a:t>
            </a:r>
          </a:p>
          <a:p>
            <a:pPr lvl="2"/>
            <a:r>
              <a:rPr lang="en-US" dirty="0"/>
              <a:t>Extracted gate operations for every qubit, translated circuit into </a:t>
            </a:r>
            <a:r>
              <a:rPr lang="en-US" dirty="0" err="1"/>
              <a:t>OpenQASM</a:t>
            </a:r>
            <a:r>
              <a:rPr lang="en-US" dirty="0"/>
              <a:t> -&gt; Stim</a:t>
            </a:r>
          </a:p>
          <a:p>
            <a:r>
              <a:rPr lang="en-US" dirty="0"/>
              <a:t>Have run sample tests of both Stim circuits, confirming logical flips &amp; detector triggers</a:t>
            </a:r>
          </a:p>
          <a:p>
            <a:pPr lvl="1"/>
            <a:r>
              <a:rPr lang="en-US" dirty="0"/>
              <a:t>Passing error models into MWPM decoder via </a:t>
            </a:r>
            <a:r>
              <a:rPr lang="en-US" dirty="0" err="1"/>
              <a:t>PyMatching</a:t>
            </a:r>
            <a:r>
              <a:rPr lang="en-US" dirty="0"/>
              <a:t>, determine how decoder responds</a:t>
            </a:r>
          </a:p>
          <a:p>
            <a:r>
              <a:rPr lang="en-US" dirty="0"/>
              <a:t>Will then test all Pauli Twirling types (all XX, all IX, random, etc.), all levels of depolarizing noise occurring after each gate operation</a:t>
            </a:r>
          </a:p>
          <a:p>
            <a:pPr lvl="1"/>
            <a:r>
              <a:rPr lang="en-US" dirty="0"/>
              <a:t>Make separate notebook to test all possible bit flips (X gates into each gap across every data qubit)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97BC31-AED4-239E-BE02-F2B782623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7CD1E-CEB3-164D-B340-6CD046ED2103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5759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35F8A-B8FC-42DC-E065-49F249CE0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/ Expected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50907-9163-2DFF-A577-F2760DB44C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Expect to see a general point where the decoder fails most of the time</a:t>
            </a:r>
          </a:p>
          <a:p>
            <a:pPr lvl="1"/>
            <a:r>
              <a:rPr lang="en-US" dirty="0"/>
              <a:t>Also believe certain Pauli Twirling gates will have more induced error than others (XY &gt; II, for example)</a:t>
            </a:r>
          </a:p>
          <a:p>
            <a:r>
              <a:rPr lang="en-US" dirty="0"/>
              <a:t>Would expect to see the effectiveness of bit flips plateau once enough have been added</a:t>
            </a:r>
          </a:p>
          <a:p>
            <a:pPr lvl="1"/>
            <a:r>
              <a:rPr lang="en-US" dirty="0"/>
              <a:t>i.e. more flips =/= higher error rate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97BC31-AED4-239E-BE02-F2B782623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7CD1E-CEB3-164D-B340-6CD046ED2103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209C12B-71BD-62BB-0F9E-009BA32293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70744"/>
          <a:stretch>
            <a:fillRect/>
          </a:stretch>
        </p:blipFill>
        <p:spPr>
          <a:xfrm>
            <a:off x="182301" y="2565897"/>
            <a:ext cx="11658600" cy="3790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352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35F8A-B8FC-42DC-E065-49F249CE0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50907-9163-2DFF-A577-F2760DB44C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Distance—3 rotated surface code is implemented &amp; tested</a:t>
            </a:r>
          </a:p>
          <a:p>
            <a:r>
              <a:rPr lang="en-US" dirty="0"/>
              <a:t>Currently implementing decoder, then running tests to determine response</a:t>
            </a:r>
          </a:p>
          <a:p>
            <a:r>
              <a:rPr lang="en-US" dirty="0"/>
              <a:t>Will then sweep for all levels of Pauli Twirling/depolarizing noise error, then bit flips due to higher complexity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97BC31-AED4-239E-BE02-F2B782623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7CD1E-CEB3-164D-B340-6CD046ED2103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62965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80888</TotalTime>
  <Words>387</Words>
  <Application>Microsoft Office PowerPoint</Application>
  <PresentationFormat>Widescreen</PresentationFormat>
  <Paragraphs>50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Roboto</vt:lpstr>
      <vt:lpstr>Office Theme</vt:lpstr>
      <vt:lpstr>PowerPoint Presentation</vt:lpstr>
      <vt:lpstr>Fault Injection on Error Correction Algorithm</vt:lpstr>
      <vt:lpstr>Threat Model</vt:lpstr>
      <vt:lpstr>Experimental Setup</vt:lpstr>
      <vt:lpstr>Evaluation / Evaluation Plan</vt:lpstr>
      <vt:lpstr>Results / Expected Results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Jeremiah Woods</cp:lastModifiedBy>
  <cp:revision>1620</cp:revision>
  <cp:lastPrinted>2022-08-26T19:42:23Z</cp:lastPrinted>
  <dcterms:created xsi:type="dcterms:W3CDTF">2018-04-17T17:18:07Z</dcterms:created>
  <dcterms:modified xsi:type="dcterms:W3CDTF">2026-05-28T16:45:36Z</dcterms:modified>
</cp:coreProperties>
</file>